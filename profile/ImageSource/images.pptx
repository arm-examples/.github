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5431" r:id="rId6"/>
  </p:sldMasterIdLst>
  <p:notesMasterIdLst>
    <p:notesMasterId r:id="rId8"/>
  </p:notesMasterIdLst>
  <p:handoutMasterIdLst>
    <p:handoutMasterId r:id="rId9"/>
  </p:handoutMasterIdLst>
  <p:sldIdLst>
    <p:sldId id="2086971674" r:id="rId7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einhard Keil" initials="RK" lastIdx="16" clrIdx="0">
    <p:extLst>
      <p:ext uri="{19B8F6BF-5375-455C-9EA6-DF929625EA0E}">
        <p15:presenceInfo xmlns:p15="http://schemas.microsoft.com/office/powerpoint/2012/main" userId="S::Reinhard.Keil@arm.com::a74c14d9-6dde-4ffd-bc62-ceabab23c919" providerId="AD"/>
      </p:ext>
    </p:extLst>
  </p:cmAuthor>
  <p:cmAuthor id="2" name="Author" initials="A" lastIdx="2" clrIdx="1"/>
  <p:cmAuthor id="3" name="Stefano Cadario" initials="SC" lastIdx="2" clrIdx="2">
    <p:extLst>
      <p:ext uri="{19B8F6BF-5375-455C-9EA6-DF929625EA0E}">
        <p15:presenceInfo xmlns:p15="http://schemas.microsoft.com/office/powerpoint/2012/main" userId="S::Stefano.Cadario@arm.com::80442c5e-a86e-4e3c-a034-07962a038ecc" providerId="AD"/>
      </p:ext>
    </p:extLst>
  </p:cmAuthor>
  <p:cmAuthor id="4" name="Barbara Bengyel" initials="BB" lastIdx="3" clrIdx="3">
    <p:extLst>
      <p:ext uri="{19B8F6BF-5375-455C-9EA6-DF929625EA0E}">
        <p15:presenceInfo xmlns:p15="http://schemas.microsoft.com/office/powerpoint/2012/main" userId="S::barbara.bengyel@arm.com::e8b45ead-9f84-4a51-9340-10c649ecd5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384"/>
    <a:srgbClr val="3F7587"/>
    <a:srgbClr val="638F9D"/>
    <a:srgbClr val="99B6BF"/>
    <a:srgbClr val="A1A4A3"/>
    <a:srgbClr val="7F7F7F"/>
    <a:srgbClr val="70A000"/>
    <a:srgbClr val="FF6B00"/>
    <a:srgbClr val="FF6900"/>
    <a:srgbClr val="333E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20" y="94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5" Type="http://schemas.openxmlformats.org/officeDocument/2006/relationships/customXml" Target="../customXml/item5.xml"/><Relationship Id="rId10" Type="http://schemas.openxmlformats.org/officeDocument/2006/relationships/commentAuthors" Target="commentAuthors.xml"/><Relationship Id="rId4" Type="http://schemas.openxmlformats.org/officeDocument/2006/relationships/customXml" Target="../customXml/item4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B394A5-FD1F-430F-BB3A-F7878AC293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CE605-DAD4-4C64-BE6E-BE3D8E550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699187-58AF-4D6B-8526-D5C98A6AF8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79C45C6D-DBFC-4B67-A8DE-9C2360ACC98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531822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97C0424-39BA-4205-9510-7D8372B40FA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0861BC-4E89-4909-9F41-7A6E2018373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5B25F150-DB0B-4758-AFA9-222A6E446235}" type="datetimeFigureOut">
              <a:rPr lang="en-US" altLang="en-US"/>
              <a:pPr>
                <a:defRPr/>
              </a:pPr>
              <a:t>1/27/2026</a:t>
            </a:fld>
            <a:endParaRPr lang="en-US" alt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5B20C51-CC4D-4C34-9C63-92F50CE02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AC138B7-E2A5-4B5D-ADC2-E53A511B52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61A1A-4481-471C-A253-BE997586AA0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0DDD9-A1C6-46BA-89ED-AF0DD2672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3B16354E-6974-4833-AB87-3220A0835E8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67580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ts val="6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9347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ubtitle 2">
            <a:extLst>
              <a:ext uri="{FF2B5EF4-FFF2-40B4-BE49-F238E27FC236}">
                <a16:creationId xmlns:a16="http://schemas.microsoft.com/office/drawing/2014/main" id="{764D7468-B6ED-8B46-A799-873C6CBB00EF}"/>
              </a:ext>
            </a:extLst>
          </p:cNvPr>
          <p:cNvSpPr txBox="1">
            <a:spLocks/>
          </p:cNvSpPr>
          <p:nvPr userDrawn="1"/>
        </p:nvSpPr>
        <p:spPr bwMode="auto">
          <a:xfrm>
            <a:off x="5016500" y="1952625"/>
            <a:ext cx="6307138" cy="7413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lvl1pPr marL="342900" indent="-342900">
              <a:defRPr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lvl="1" algn="r" eaLnBrk="1" hangingPunct="1">
              <a:lnSpc>
                <a:spcPct val="104000"/>
              </a:lnSpc>
              <a:buFont typeface="Arial" charset="0"/>
              <a:buNone/>
              <a:defRPr/>
            </a:pPr>
            <a:endParaRPr lang="en-GB" sz="1600">
              <a:solidFill>
                <a:schemeClr val="bg1"/>
              </a:solidFill>
              <a:cs typeface="ＭＳ Ｐゴシック" charset="0"/>
            </a:endParaRPr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41131" y="5770761"/>
            <a:ext cx="4264272" cy="295077"/>
          </a:xfrm>
        </p:spPr>
        <p:txBody>
          <a:bodyPr anchor="t"/>
          <a:lstStyle>
            <a:lvl1pPr marL="0" indent="0" algn="r">
              <a:spcAft>
                <a:spcPts val="600"/>
              </a:spcAft>
              <a:buFontTx/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1131" y="6080641"/>
            <a:ext cx="4264272" cy="301109"/>
          </a:xfrm>
        </p:spPr>
        <p:txBody>
          <a:bodyPr anchor="t"/>
          <a:lstStyle>
            <a:lvl1pPr marL="0" indent="0" algn="r">
              <a:spcAft>
                <a:spcPts val="600"/>
              </a:spcAft>
              <a:buFontTx/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499" y="1207042"/>
            <a:ext cx="6192840" cy="2574186"/>
          </a:xfrm>
        </p:spPr>
        <p:txBody>
          <a:bodyPr anchor="t" anchorCtr="0"/>
          <a:lstStyle>
            <a:lvl1pPr algn="r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  <a:br>
              <a:rPr lang="en-US"/>
            </a:br>
            <a:r>
              <a:rPr lang="en-US"/>
              <a:t>Line 3</a:t>
            </a:r>
            <a:br>
              <a:rPr lang="en-US"/>
            </a:br>
            <a:r>
              <a:rPr lang="en-US"/>
              <a:t>Line 4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67D5806-7916-AE44-A8CA-0060927C5E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499" y="788740"/>
            <a:ext cx="6192839" cy="289871"/>
          </a:xfrm>
        </p:spPr>
        <p:txBody>
          <a:bodyPr/>
          <a:lstStyle>
            <a:lvl1pPr marL="0" indent="0" algn="r"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8" y="3973626"/>
            <a:ext cx="6192840" cy="702444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/>
              <a:t>Click to edit Master subtitle style</a:t>
            </a:r>
            <a:endParaRPr lang="en-GB"/>
          </a:p>
        </p:txBody>
      </p:sp>
      <p:pic>
        <p:nvPicPr>
          <p:cNvPr id="15" name="Picture 14" descr="A picture containing building, drawing&#10;&#10;Description automatically generated">
            <a:extLst>
              <a:ext uri="{FF2B5EF4-FFF2-40B4-BE49-F238E27FC236}">
                <a16:creationId xmlns:a16="http://schemas.microsoft.com/office/drawing/2014/main" id="{3DE2A1EC-11A7-6C45-AE97-813BACFCF89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311" y="1167639"/>
            <a:ext cx="1700213" cy="530640"/>
          </a:xfrm>
          <a:prstGeom prst="rect">
            <a:avLst/>
          </a:prstGeom>
        </p:spPr>
      </p:pic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2662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>
                <a:solidFill>
                  <a:schemeClr val="bg2"/>
                </a:solidFill>
              </a:rPr>
              <a:t>© 2021 Arm</a:t>
            </a:r>
            <a:endParaRPr lang="en-US" altLang="en-US" sz="100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9490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223CC0-C7A1-BC40-9A1F-09EBC27A25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6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082" t="3803" r="2134" b="12930"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0CD7DAB-58BC-C442-ABC0-6D7414DFC2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499" y="1207042"/>
            <a:ext cx="6192840" cy="2574186"/>
          </a:xfrm>
        </p:spPr>
        <p:txBody>
          <a:bodyPr anchor="t" anchorCtr="0"/>
          <a:lstStyle>
            <a:lvl1pPr algn="r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Divider Page Title</a:t>
            </a:r>
            <a:br>
              <a:rPr lang="en-US"/>
            </a:br>
            <a:r>
              <a:rPr lang="en-US"/>
              <a:t>Line 3</a:t>
            </a:r>
            <a:br>
              <a:rPr lang="en-US"/>
            </a:br>
            <a:r>
              <a:rPr lang="en-US"/>
              <a:t>Line 4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DE2EBD-0FA3-D24B-AC33-4F98A57EE2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8" y="3973626"/>
            <a:ext cx="6192840" cy="702444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/>
              <a:t>Click to edit Master subtitle style</a:t>
            </a:r>
            <a:endParaRPr lang="en-GB"/>
          </a:p>
        </p:txBody>
      </p:sp>
      <p:pic>
        <p:nvPicPr>
          <p:cNvPr id="11" name="Picture 10" descr="A picture containing building, drawing&#10;&#10;Description automatically generated">
            <a:extLst>
              <a:ext uri="{FF2B5EF4-FFF2-40B4-BE49-F238E27FC236}">
                <a16:creationId xmlns:a16="http://schemas.microsoft.com/office/drawing/2014/main" id="{FF51B5E8-1A64-CC4C-8297-18A3B49396C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311" y="1167639"/>
            <a:ext cx="1700213" cy="530640"/>
          </a:xfrm>
          <a:prstGeom prst="rect">
            <a:avLst/>
          </a:prstGeom>
        </p:spPr>
      </p:pic>
      <p:sp>
        <p:nvSpPr>
          <p:cNvPr id="10" name="TextBox 20">
            <a:extLst>
              <a:ext uri="{FF2B5EF4-FFF2-40B4-BE49-F238E27FC236}">
                <a16:creationId xmlns:a16="http://schemas.microsoft.com/office/drawing/2014/main" id="{CF3F483E-C28F-8C43-8AF4-54DEBAF1D61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2662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2"/>
                </a:solidFill>
              </a:rPr>
              <a:t>© 2024 Arm</a:t>
            </a:r>
            <a:endParaRPr lang="en-US" altLang="en-US" sz="10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727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1233150" cy="654760"/>
          </a:xfrm>
        </p:spPr>
        <p:txBody>
          <a:bodyPr anchor="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171111"/>
            <a:ext cx="11233150" cy="4948335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chemeClr val="tx2"/>
                </a:solidFill>
              </a:defRPr>
            </a:lvl1pPr>
            <a:lvl2pPr marL="672783">
              <a:lnSpc>
                <a:spcPct val="100000"/>
              </a:lnSpc>
              <a:spcAft>
                <a:spcPts val="0"/>
              </a:spcAft>
              <a:defRPr sz="2000">
                <a:solidFill>
                  <a:schemeClr val="tx2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3pPr>
            <a:lvl4pPr marL="1293178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/>
              <a:t>Click to edit Master text styles with Top Level Bullet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3250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 w/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479425" y="1554489"/>
            <a:ext cx="11233150" cy="455323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chemeClr val="tx2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3pPr>
            <a:lvl4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47750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3E00537-4172-4053-A616-87E429C679A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20481"/>
            <a:ext cx="0" cy="451520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59204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31"/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20481"/>
            <a:ext cx="53456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9"/>
          </p:nvPr>
        </p:nvSpPr>
        <p:spPr>
          <a:xfrm>
            <a:off x="477587" y="2202443"/>
            <a:ext cx="5347480" cy="3933245"/>
          </a:xfrm>
        </p:spPr>
        <p:txBody>
          <a:bodyPr/>
          <a:lstStyle>
            <a:lvl1pPr marL="342900" indent="-342900" algn="just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31"/>
          <p:cNvSpPr>
            <a:spLocks noGrp="1"/>
          </p:cNvSpPr>
          <p:nvPr>
            <p:ph type="body" sz="quarter" idx="18" hasCustomPrompt="1"/>
          </p:nvPr>
        </p:nvSpPr>
        <p:spPr>
          <a:xfrm>
            <a:off x="6341534" y="1620481"/>
            <a:ext cx="53710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6339947" y="2202442"/>
            <a:ext cx="5372628" cy="3933246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2621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9795D2F-D322-4144-8DA8-55D6A29427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148138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4D2EAD-40A5-4C0B-900F-916EB19FF74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051800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 userDrawn="1"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 userDrawn="1">
            <p:ph idx="1"/>
          </p:nvPr>
        </p:nvSpPr>
        <p:spPr>
          <a:xfrm>
            <a:off x="479426" y="2373786"/>
            <a:ext cx="3372644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0" name="Text Placeholder 13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2"/>
          <p:cNvSpPr>
            <a:spLocks noGrp="1"/>
          </p:cNvSpPr>
          <p:nvPr userDrawn="1">
            <p:ph idx="17"/>
          </p:nvPr>
        </p:nvSpPr>
        <p:spPr>
          <a:xfrm>
            <a:off x="4416359" y="2373786"/>
            <a:ext cx="3359281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 userDrawn="1">
            <p:ph idx="18"/>
          </p:nvPr>
        </p:nvSpPr>
        <p:spPr>
          <a:xfrm>
            <a:off x="8300113" y="2373786"/>
            <a:ext cx="3412462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Text Placeholder 13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419997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31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00007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21"/>
          </p:nvPr>
        </p:nvSpPr>
        <p:spPr>
          <a:xfrm>
            <a:off x="8299119" y="2372564"/>
            <a:ext cx="3413455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grpSp>
        <p:nvGrpSpPr>
          <p:cNvPr id="36" name="Group 6">
            <a:extLst>
              <a:ext uri="{FF2B5EF4-FFF2-40B4-BE49-F238E27FC236}">
                <a16:creationId xmlns:a16="http://schemas.microsoft.com/office/drawing/2014/main" id="{CCE81F77-7204-0241-970A-63C43B1D7B80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4148138" y="1611050"/>
            <a:ext cx="3903662" cy="4448438"/>
            <a:chOff x="3706307" y="1883391"/>
            <a:chExt cx="3803176" cy="4472959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266E339-1F3B-8E41-B64F-AA6A42EDF7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06307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22B3030-62BD-3440-A850-5C6E7CCDD5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09483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 Placeholder 131">
            <a:extLst>
              <a:ext uri="{FF2B5EF4-FFF2-40B4-BE49-F238E27FC236}">
                <a16:creationId xmlns:a16="http://schemas.microsoft.com/office/drawing/2014/main" id="{B54BFFD1-D378-D841-B5DD-88788B48D0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31">
            <a:extLst>
              <a:ext uri="{FF2B5EF4-FFF2-40B4-BE49-F238E27FC236}">
                <a16:creationId xmlns:a16="http://schemas.microsoft.com/office/drawing/2014/main" id="{E3125198-F65A-8049-9D3E-A6AF258DAE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16192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31">
            <a:extLst>
              <a:ext uri="{FF2B5EF4-FFF2-40B4-BE49-F238E27FC236}">
                <a16:creationId xmlns:a16="http://schemas.microsoft.com/office/drawing/2014/main" id="{7C8008EA-19DB-814F-9284-A055A2AB89C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8">
            <a:extLst>
              <a:ext uri="{FF2B5EF4-FFF2-40B4-BE49-F238E27FC236}">
                <a16:creationId xmlns:a16="http://schemas.microsoft.com/office/drawing/2014/main" id="{DD4BA2E6-FACA-5C45-B75F-9327959A67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415863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7" name="Content Placeholder 8">
            <a:extLst>
              <a:ext uri="{FF2B5EF4-FFF2-40B4-BE49-F238E27FC236}">
                <a16:creationId xmlns:a16="http://schemas.microsoft.com/office/drawing/2014/main" id="{5AB0A5A2-CEF5-6E44-BACF-2C0296FE306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37187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_narrow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05B7A5-C1F7-41D3-815C-A3728D81DBDD}"/>
              </a:ext>
            </a:extLst>
          </p:cNvPr>
          <p:cNvCxnSpPr>
            <a:cxnSpLocks/>
          </p:cNvCxnSpPr>
          <p:nvPr userDrawn="1"/>
        </p:nvCxnSpPr>
        <p:spPr>
          <a:xfrm>
            <a:off x="3255004" y="1631950"/>
            <a:ext cx="0" cy="4440604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idx="1"/>
          </p:nvPr>
        </p:nvSpPr>
        <p:spPr>
          <a:xfrm>
            <a:off x="479425" y="1631111"/>
            <a:ext cx="2619375" cy="444060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1"/>
          </p:nvPr>
        </p:nvSpPr>
        <p:spPr>
          <a:xfrm>
            <a:off x="3416035" y="1631111"/>
            <a:ext cx="8296540" cy="4440603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299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41881F-8B1A-4F78-926D-54E8F515C458}"/>
              </a:ext>
            </a:extLst>
          </p:cNvPr>
          <p:cNvCxnSpPr>
            <a:cxnSpLocks/>
          </p:cNvCxnSpPr>
          <p:nvPr userDrawn="1"/>
        </p:nvCxnSpPr>
        <p:spPr>
          <a:xfrm>
            <a:off x="8932863" y="1629287"/>
            <a:ext cx="0" cy="444326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5"/>
          </p:nvPr>
        </p:nvSpPr>
        <p:spPr>
          <a:xfrm>
            <a:off x="9037637" y="1629597"/>
            <a:ext cx="2674937" cy="4443488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21"/>
          </p:nvPr>
        </p:nvSpPr>
        <p:spPr>
          <a:xfrm>
            <a:off x="479425" y="1629287"/>
            <a:ext cx="8348664" cy="4443267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5949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tex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3354388" y="1618445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104" name="Picture Placeholder 5"/>
          <p:cNvSpPr>
            <a:spLocks noGrp="1"/>
          </p:cNvSpPr>
          <p:nvPr>
            <p:ph type="pic" sz="quarter" idx="18"/>
          </p:nvPr>
        </p:nvSpPr>
        <p:spPr>
          <a:xfrm>
            <a:off x="3354388" y="3755872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105" name="Picture Placeholder 5"/>
          <p:cNvSpPr>
            <a:spLocks noGrp="1"/>
          </p:cNvSpPr>
          <p:nvPr>
            <p:ph type="pic" sz="quarter" idx="19"/>
          </p:nvPr>
        </p:nvSpPr>
        <p:spPr>
          <a:xfrm>
            <a:off x="9066213" y="1618445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106" name="Picture Placeholder 5"/>
          <p:cNvSpPr>
            <a:spLocks noGrp="1"/>
          </p:cNvSpPr>
          <p:nvPr>
            <p:ph type="pic" sz="quarter" idx="20"/>
          </p:nvPr>
        </p:nvSpPr>
        <p:spPr>
          <a:xfrm>
            <a:off x="9066213" y="3755872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79425" y="1618445"/>
            <a:ext cx="26193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6220216" y="1618445"/>
            <a:ext cx="26066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444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2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479425" y="1629079"/>
            <a:ext cx="5481108" cy="4455197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0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6250924" y="1629080"/>
            <a:ext cx="5461651" cy="4455198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842164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479425" y="1259574"/>
            <a:ext cx="11233150" cy="48364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noProof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775123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41880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828AC5A-7EFB-CA43-8A9B-3B442C5C9A1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6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082" t="3803" r="2134" b="12930"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2B5F482-A1DF-47CF-A799-587634BE9938}"/>
              </a:ext>
            </a:extLst>
          </p:cNvPr>
          <p:cNvSpPr/>
          <p:nvPr userDrawn="1"/>
        </p:nvSpPr>
        <p:spPr>
          <a:xfrm>
            <a:off x="10683875" y="5937250"/>
            <a:ext cx="1095375" cy="682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11" name="Picture 10" descr="A picture containing building, drawing&#10;&#10;Description automatically generated">
            <a:extLst>
              <a:ext uri="{FF2B5EF4-FFF2-40B4-BE49-F238E27FC236}">
                <a16:creationId xmlns:a16="http://schemas.microsoft.com/office/drawing/2014/main" id="{C1198ECC-03BB-F84C-8B27-CF6053626C9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311" y="1167639"/>
            <a:ext cx="1700213" cy="530640"/>
          </a:xfrm>
          <a:prstGeom prst="rect">
            <a:avLst/>
          </a:prstGeom>
        </p:spPr>
      </p:pic>
      <p:sp>
        <p:nvSpPr>
          <p:cNvPr id="10" name="TextBox 20">
            <a:extLst>
              <a:ext uri="{FF2B5EF4-FFF2-40B4-BE49-F238E27FC236}">
                <a16:creationId xmlns:a16="http://schemas.microsoft.com/office/drawing/2014/main" id="{2EFD6F9F-6DEB-6F4D-BE5A-D3540160B34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2662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2"/>
                </a:solidFill>
              </a:rPr>
              <a:t>© 2024 Arm</a:t>
            </a:r>
            <a:endParaRPr lang="en-US" altLang="en-US" sz="1000" dirty="0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A82B8D-79F0-2840-A348-51E15B608C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952143"/>
            <a:ext cx="4655186" cy="56938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80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800" err="1">
                <a:solidFill>
                  <a:schemeClr val="bg1"/>
                </a:solidFill>
              </a:rPr>
              <a:t>Danke</a:t>
            </a:r>
            <a:endParaRPr lang="en-US" altLang="en-US" sz="280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800">
                <a:solidFill>
                  <a:schemeClr val="bg1"/>
                </a:solidFill>
              </a:rPr>
              <a:t>Gracias</a:t>
            </a:r>
          </a:p>
          <a:p>
            <a:pPr algn="r">
              <a:defRPr/>
            </a:pPr>
            <a:r>
              <a:rPr lang="en-US" altLang="en-US" sz="2800" err="1">
                <a:solidFill>
                  <a:schemeClr val="bg1"/>
                </a:solidFill>
              </a:rPr>
              <a:t>谢谢</a:t>
            </a:r>
            <a:endParaRPr lang="en-US" altLang="en-US" sz="280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800" err="1">
                <a:solidFill>
                  <a:schemeClr val="bg1"/>
                </a:solidFill>
              </a:rPr>
              <a:t>ありがとう</a:t>
            </a:r>
            <a:endParaRPr lang="en-US" altLang="en-US" sz="280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80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80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800" err="1">
                <a:solidFill>
                  <a:schemeClr val="bg1"/>
                </a:solidFill>
              </a:rPr>
              <a:t>감사합니다</a:t>
            </a:r>
            <a:endParaRPr lang="en-US" altLang="en-US" sz="280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800" err="1">
                <a:solidFill>
                  <a:schemeClr val="bg1"/>
                </a:solidFill>
              </a:rPr>
              <a:t>धन्यवाद</a:t>
            </a:r>
            <a:endParaRPr lang="en-US" altLang="en-US" sz="280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80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800" kern="120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800" kern="120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800">
                <a:solidFill>
                  <a:schemeClr val="bg1"/>
                </a:solidFill>
              </a:rPr>
              <a:t>ধন্যবাদ</a:t>
            </a:r>
            <a:br>
              <a:rPr lang="en-US" altLang="en-US" sz="2800">
                <a:solidFill>
                  <a:schemeClr val="bg1"/>
                </a:solidFill>
              </a:rPr>
            </a:br>
            <a:r>
              <a:rPr lang="he-IL" altLang="en-US" sz="2800">
                <a:solidFill>
                  <a:schemeClr val="bg1"/>
                </a:solidFill>
              </a:rPr>
              <a:t>תודה</a:t>
            </a:r>
            <a:endParaRPr lang="en-US" altLang="en-US" sz="2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6273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511E887-F2DD-9743-B321-E6625A63F4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6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082" t="3803" r="2134" b="12930"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pic>
        <p:nvPicPr>
          <p:cNvPr id="10" name="Picture 9" descr="A picture containing building, drawing&#10;&#10;Description automatically generated">
            <a:extLst>
              <a:ext uri="{FF2B5EF4-FFF2-40B4-BE49-F238E27FC236}">
                <a16:creationId xmlns:a16="http://schemas.microsoft.com/office/drawing/2014/main" id="{AF5F647F-3DD2-E04B-AC85-5BB3FF0999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311" y="1167639"/>
            <a:ext cx="1700213" cy="530640"/>
          </a:xfrm>
          <a:prstGeom prst="rect">
            <a:avLst/>
          </a:prstGeom>
        </p:spPr>
      </p:pic>
      <p:sp>
        <p:nvSpPr>
          <p:cNvPr id="9" name="TextBox 20">
            <a:extLst>
              <a:ext uri="{FF2B5EF4-FFF2-40B4-BE49-F238E27FC236}">
                <a16:creationId xmlns:a16="http://schemas.microsoft.com/office/drawing/2014/main" id="{1BE84E2F-085C-6E4E-8174-736F84DE3A1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2662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2"/>
                </a:solidFill>
              </a:rPr>
              <a:t>© 2024 Arm</a:t>
            </a:r>
            <a:endParaRPr lang="en-US" altLang="en-US" sz="1000" dirty="0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30E328-7BED-1141-A027-0EEE09BB1F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952143"/>
            <a:ext cx="4655186" cy="56938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80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800" err="1">
                <a:solidFill>
                  <a:schemeClr val="bg1"/>
                </a:solidFill>
              </a:rPr>
              <a:t>Danke</a:t>
            </a:r>
            <a:endParaRPr lang="en-US" altLang="en-US" sz="280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800">
                <a:solidFill>
                  <a:schemeClr val="bg1"/>
                </a:solidFill>
              </a:rPr>
              <a:t>Gracias</a:t>
            </a:r>
          </a:p>
          <a:p>
            <a:pPr algn="r">
              <a:defRPr/>
            </a:pPr>
            <a:r>
              <a:rPr lang="en-US" altLang="en-US" sz="2800" err="1">
                <a:solidFill>
                  <a:schemeClr val="bg1"/>
                </a:solidFill>
              </a:rPr>
              <a:t>谢谢</a:t>
            </a:r>
            <a:endParaRPr lang="en-US" altLang="en-US" sz="280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800" err="1">
                <a:solidFill>
                  <a:schemeClr val="bg1"/>
                </a:solidFill>
              </a:rPr>
              <a:t>ありがとう</a:t>
            </a:r>
            <a:endParaRPr lang="en-US" altLang="en-US" sz="280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80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80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800" err="1">
                <a:solidFill>
                  <a:schemeClr val="bg1"/>
                </a:solidFill>
              </a:rPr>
              <a:t>감사합니다</a:t>
            </a:r>
            <a:endParaRPr lang="en-US" altLang="en-US" sz="280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800" err="1">
                <a:solidFill>
                  <a:schemeClr val="bg1"/>
                </a:solidFill>
              </a:rPr>
              <a:t>धन्यवाद</a:t>
            </a:r>
            <a:endParaRPr lang="en-US" altLang="en-US" sz="280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80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800" kern="120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800" kern="120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800">
                <a:solidFill>
                  <a:schemeClr val="bg1"/>
                </a:solidFill>
              </a:rPr>
              <a:t>ধন্যবাদ</a:t>
            </a:r>
            <a:br>
              <a:rPr lang="en-US" altLang="en-US" sz="2800">
                <a:solidFill>
                  <a:schemeClr val="bg1"/>
                </a:solidFill>
              </a:rPr>
            </a:br>
            <a:r>
              <a:rPr lang="he-IL" altLang="en-US" sz="2800">
                <a:solidFill>
                  <a:schemeClr val="bg1"/>
                </a:solidFill>
              </a:rPr>
              <a:t>תודה</a:t>
            </a:r>
            <a:endParaRPr lang="en-US" altLang="en-US" sz="2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94466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3539DD-CEDA-3A48-A36A-6D3775392A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6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082" t="3803" r="2134" b="12930"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7078942" y="108737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>
                <a:solidFill>
                  <a:schemeClr val="bg1"/>
                </a:solidFill>
              </a:rPr>
            </a:br>
            <a:r>
              <a:rPr lang="en-US" altLang="x-none" sz="1200" err="1">
                <a:solidFill>
                  <a:schemeClr val="bg1"/>
                </a:solidFill>
              </a:rPr>
              <a:t>www.arm.com</a:t>
            </a:r>
            <a:r>
              <a:rPr lang="en-US" altLang="x-none" sz="120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9" name="Picture 8" descr="A picture containing building, drawing&#10;&#10;Description automatically generated">
            <a:extLst>
              <a:ext uri="{FF2B5EF4-FFF2-40B4-BE49-F238E27FC236}">
                <a16:creationId xmlns:a16="http://schemas.microsoft.com/office/drawing/2014/main" id="{05C774FB-6A72-C34E-AAAD-07547EC9639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311" y="1167639"/>
            <a:ext cx="1700213" cy="530640"/>
          </a:xfrm>
          <a:prstGeom prst="rect">
            <a:avLst/>
          </a:prstGeom>
        </p:spPr>
      </p:pic>
      <p:sp>
        <p:nvSpPr>
          <p:cNvPr id="8" name="TextBox 20">
            <a:extLst>
              <a:ext uri="{FF2B5EF4-FFF2-40B4-BE49-F238E27FC236}">
                <a16:creationId xmlns:a16="http://schemas.microsoft.com/office/drawing/2014/main" id="{870DFC52-AE4C-654B-A714-C2006FAE041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2662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2"/>
                </a:solidFill>
              </a:rPr>
              <a:t>© 2024 Arm</a:t>
            </a:r>
            <a:endParaRPr lang="en-US" altLang="en-US" sz="10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07161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720845-44B5-8345-A55E-DF3DBAF7C2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6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082" t="3803" r="2134" b="12930"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7078942" y="108737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>
                <a:solidFill>
                  <a:schemeClr val="bg1"/>
                </a:solidFill>
              </a:rPr>
            </a:br>
            <a:r>
              <a:rPr lang="en-US" altLang="x-none" sz="1200" err="1">
                <a:solidFill>
                  <a:schemeClr val="bg1"/>
                </a:solidFill>
              </a:rPr>
              <a:t>www.arm.com</a:t>
            </a:r>
            <a:r>
              <a:rPr lang="en-US" altLang="x-none" sz="120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9" name="Picture 8" descr="A picture containing building, drawing&#10;&#10;Description automatically generated">
            <a:extLst>
              <a:ext uri="{FF2B5EF4-FFF2-40B4-BE49-F238E27FC236}">
                <a16:creationId xmlns:a16="http://schemas.microsoft.com/office/drawing/2014/main" id="{0A3F307A-54EB-9747-ABE8-8A816CDDD8D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311" y="1167639"/>
            <a:ext cx="1700213" cy="530640"/>
          </a:xfrm>
          <a:prstGeom prst="rect">
            <a:avLst/>
          </a:prstGeom>
        </p:spPr>
      </p:pic>
      <p:sp>
        <p:nvSpPr>
          <p:cNvPr id="8" name="TextBox 20">
            <a:extLst>
              <a:ext uri="{FF2B5EF4-FFF2-40B4-BE49-F238E27FC236}">
                <a16:creationId xmlns:a16="http://schemas.microsoft.com/office/drawing/2014/main" id="{EA133D04-5236-D641-B03F-0BE645CEB9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2662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2"/>
                </a:solidFill>
              </a:rPr>
              <a:t>© 2024 Arm</a:t>
            </a:r>
            <a:endParaRPr lang="en-US" altLang="en-US" sz="10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5050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29" name="TextBox 26"/>
          <p:cNvSpPr txBox="1">
            <a:spLocks noChangeArrowheads="1"/>
          </p:cNvSpPr>
          <p:nvPr userDrawn="1"/>
        </p:nvSpPr>
        <p:spPr bwMode="auto">
          <a:xfrm>
            <a:off x="492125" y="6410643"/>
            <a:ext cx="312738" cy="1381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1000" smtClean="0">
                <a:solidFill>
                  <a:srgbClr val="7F7F7F"/>
                </a:solidFill>
              </a:rPr>
              <a:pPr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1000">
              <a:solidFill>
                <a:srgbClr val="7F7F7F"/>
              </a:solidFill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4EB643E-3109-434C-BA97-15D4C8A5E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133061"/>
            <a:ext cx="11243088" cy="49746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0" name="Picture 9" descr="A picture containing clock, meter&#10;&#10;Description automatically generated">
            <a:extLst>
              <a:ext uri="{FF2B5EF4-FFF2-40B4-BE49-F238E27FC236}">
                <a16:creationId xmlns:a16="http://schemas.microsoft.com/office/drawing/2014/main" id="{C88DC1F2-A377-A943-9ABE-BD7E2F2C1811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35847" y="6384924"/>
            <a:ext cx="879904" cy="274619"/>
          </a:xfrm>
          <a:prstGeom prst="rect">
            <a:avLst/>
          </a:prstGeom>
        </p:spPr>
      </p:pic>
      <p:sp>
        <p:nvSpPr>
          <p:cNvPr id="9" name="TextBox 20">
            <a:extLst>
              <a:ext uri="{FF2B5EF4-FFF2-40B4-BE49-F238E27FC236}">
                <a16:creationId xmlns:a16="http://schemas.microsoft.com/office/drawing/2014/main" id="{27B344F3-4498-5A4F-9DA2-CB9437A2536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2662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rgbClr val="7F7F7F"/>
                </a:solidFill>
              </a:rPr>
              <a:t>© 2024 Arm</a:t>
            </a:r>
            <a:endParaRPr lang="en-US" altLang="en-US" sz="1000" dirty="0">
              <a:solidFill>
                <a:srgbClr val="7F7F7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7791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514" r:id="rId1"/>
    <p:sldLayoutId id="2147485510" r:id="rId2"/>
    <p:sldLayoutId id="2147485440" r:id="rId3"/>
    <p:sldLayoutId id="2147485441" r:id="rId4"/>
    <p:sldLayoutId id="2147485442" r:id="rId5"/>
    <p:sldLayoutId id="2147485443" r:id="rId6"/>
    <p:sldLayoutId id="2147485444" r:id="rId7"/>
    <p:sldLayoutId id="2147485445" r:id="rId8"/>
    <p:sldLayoutId id="2147485446" r:id="rId9"/>
    <p:sldLayoutId id="2147485447" r:id="rId10"/>
    <p:sldLayoutId id="2147485448" r:id="rId11"/>
    <p:sldLayoutId id="2147485449" r:id="rId12"/>
    <p:sldLayoutId id="2147485450" r:id="rId13"/>
    <p:sldLayoutId id="2147485452" r:id="rId14"/>
    <p:sldLayoutId id="2147485512" r:id="rId15"/>
    <p:sldLayoutId id="2147485453" r:id="rId16"/>
    <p:sldLayoutId id="2147485513" r:id="rId17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0" kern="1200" spc="-50">
          <a:solidFill>
            <a:schemeClr val="accent1"/>
          </a:solidFill>
          <a:latin typeface="+mn-lt"/>
          <a:ea typeface="ＭＳ Ｐゴシック" charset="0"/>
          <a:cs typeface="ＭＳ Ｐゴシック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9pPr>
    </p:titleStyle>
    <p:bodyStyle>
      <a:lvl1pPr marL="342900" indent="-342900" algn="l" rtl="0" eaLnBrk="1" fontAlgn="base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Font typeface="Arial" charset="0"/>
        <a:buChar char="•"/>
        <a:defRPr sz="2400" kern="1200">
          <a:solidFill>
            <a:srgbClr val="333E48"/>
          </a:solidFill>
          <a:latin typeface="+mn-lt"/>
          <a:ea typeface="ＭＳ Ｐゴシック" charset="0"/>
          <a:cs typeface="ＭＳ Ｐゴシック" charset="0"/>
        </a:defRPr>
      </a:lvl1pPr>
      <a:lvl2pPr marL="58134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Arial" charset="0"/>
        <a:buChar char="•"/>
        <a:defRPr sz="2000" kern="1200">
          <a:solidFill>
            <a:srgbClr val="333E48"/>
          </a:solidFill>
          <a:latin typeface="+mn-lt"/>
          <a:ea typeface="ＭＳ Ｐゴシック" charset="0"/>
          <a:cs typeface="+mn-cs"/>
        </a:defRPr>
      </a:lvl2pPr>
      <a:lvl3pPr marL="85566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charset="0"/>
        <a:buChar char="–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3pPr>
      <a:lvl4pPr marL="1201738" indent="-17303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charset="2"/>
        <a:buChar char="§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4pPr>
      <a:lvl5pPr marL="1427163" indent="-168275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charset="0"/>
        <a:buChar char="–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5pPr>
      <a:lvl6pPr marL="16550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6pPr>
      <a:lvl7pPr marL="18836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7pPr>
      <a:lvl8pPr marL="21122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8pPr>
      <a:lvl9pPr marL="23408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619" userDrawn="1">
          <p15:clr>
            <a:srgbClr val="F26B43"/>
          </p15:clr>
        </p15:guide>
        <p15:guide id="4" orient="horz" pos="300" userDrawn="1">
          <p15:clr>
            <a:srgbClr val="F26B43"/>
          </p15:clr>
        </p15:guide>
        <p15:guide id="5" orient="horz" pos="4020" userDrawn="1">
          <p15:clr>
            <a:srgbClr val="F26B43"/>
          </p15:clr>
        </p15:guide>
        <p15:guide id="6" pos="7378" userDrawn="1">
          <p15:clr>
            <a:srgbClr val="F26B43"/>
          </p15:clr>
        </p15:guide>
        <p15:guide id="7" pos="302" userDrawn="1">
          <p15:clr>
            <a:srgbClr val="F26B43"/>
          </p15:clr>
        </p15:guide>
        <p15:guide id="8" pos="706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4DD7BE48-C7B4-4E0D-B6F5-01B378FDADF7}"/>
              </a:ext>
            </a:extLst>
          </p:cNvPr>
          <p:cNvSpPr/>
          <p:nvPr/>
        </p:nvSpPr>
        <p:spPr>
          <a:xfrm>
            <a:off x="6662795" y="1647299"/>
            <a:ext cx="5305368" cy="1316965"/>
          </a:xfrm>
          <a:prstGeom prst="roundRect">
            <a:avLst>
              <a:gd name="adj" fmla="val 1467"/>
            </a:avLst>
          </a:prstGeom>
          <a:noFill/>
          <a:ln w="19050">
            <a:solidFill>
              <a:srgbClr val="002B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/>
          </a:p>
        </p:txBody>
      </p:sp>
      <p:pic>
        <p:nvPicPr>
          <p:cNvPr id="49" name="Picture 4" descr="Image result for typing icon">
            <a:extLst>
              <a:ext uri="{FF2B5EF4-FFF2-40B4-BE49-F238E27FC236}">
                <a16:creationId xmlns:a16="http://schemas.microsoft.com/office/drawing/2014/main" id="{EB16FBFE-F864-479F-884C-416AB1394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18" y="2705625"/>
            <a:ext cx="1273212" cy="1273212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ED14286-FAE0-40A8-BB99-3D4B08E3B8C7}"/>
              </a:ext>
            </a:extLst>
          </p:cNvPr>
          <p:cNvSpPr/>
          <p:nvPr/>
        </p:nvSpPr>
        <p:spPr>
          <a:xfrm>
            <a:off x="4425283" y="1805167"/>
            <a:ext cx="1228515" cy="746999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 Repository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2EE36E-A9B2-4B08-B767-7622C25AE15F}"/>
              </a:ext>
            </a:extLst>
          </p:cNvPr>
          <p:cNvSpPr txBox="1"/>
          <p:nvPr/>
        </p:nvSpPr>
        <p:spPr>
          <a:xfrm>
            <a:off x="6549182" y="2682046"/>
            <a:ext cx="1507476" cy="2080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431" eaLnBrk="1" hangingPunct="1">
              <a:lnSpc>
                <a:spcPts val="162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</a:rPr>
              <a:t>CI Pipeline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A0CB3E5-601F-4448-8C48-E5698751A43E}"/>
              </a:ext>
            </a:extLst>
          </p:cNvPr>
          <p:cNvSpPr txBox="1"/>
          <p:nvPr/>
        </p:nvSpPr>
        <p:spPr>
          <a:xfrm>
            <a:off x="2893023" y="1815994"/>
            <a:ext cx="1412410" cy="2080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431" eaLnBrk="1" hangingPunct="1">
              <a:lnSpc>
                <a:spcPts val="162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</a:rPr>
              <a:t>Code update</a:t>
            </a:r>
          </a:p>
        </p:txBody>
      </p:sp>
      <p:cxnSp>
        <p:nvCxnSpPr>
          <p:cNvPr id="84" name="Connector: Elbow 67">
            <a:extLst>
              <a:ext uri="{FF2B5EF4-FFF2-40B4-BE49-F238E27FC236}">
                <a16:creationId xmlns:a16="http://schemas.microsoft.com/office/drawing/2014/main" id="{560E88FD-6185-4B02-9019-FD6AC964E5A5}"/>
              </a:ext>
            </a:extLst>
          </p:cNvPr>
          <p:cNvCxnSpPr>
            <a:cxnSpLocks/>
            <a:stCxn id="49" idx="0"/>
          </p:cNvCxnSpPr>
          <p:nvPr/>
        </p:nvCxnSpPr>
        <p:spPr>
          <a:xfrm rot="5400000" flipH="1" flipV="1">
            <a:off x="3460319" y="1815954"/>
            <a:ext cx="528476" cy="1250867"/>
          </a:xfrm>
          <a:prstGeom prst="bentConnector2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A8D7A857-680E-46BC-BE81-FA957AA4EB5C}"/>
              </a:ext>
            </a:extLst>
          </p:cNvPr>
          <p:cNvSpPr txBox="1"/>
          <p:nvPr/>
        </p:nvSpPr>
        <p:spPr>
          <a:xfrm>
            <a:off x="5697668" y="1810271"/>
            <a:ext cx="921920" cy="2080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431" eaLnBrk="1" hangingPunct="1">
              <a:lnSpc>
                <a:spcPts val="162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</a:rPr>
              <a:t>Start CI</a:t>
            </a:r>
          </a:p>
        </p:txBody>
      </p:sp>
      <p:cxnSp>
        <p:nvCxnSpPr>
          <p:cNvPr id="91" name="Connector: Elbow 67">
            <a:extLst>
              <a:ext uri="{FF2B5EF4-FFF2-40B4-BE49-F238E27FC236}">
                <a16:creationId xmlns:a16="http://schemas.microsoft.com/office/drawing/2014/main" id="{E02F5243-42AB-42F6-A793-D6AC01DC8BCE}"/>
              </a:ext>
            </a:extLst>
          </p:cNvPr>
          <p:cNvCxnSpPr>
            <a:cxnSpLocks/>
          </p:cNvCxnSpPr>
          <p:nvPr/>
        </p:nvCxnSpPr>
        <p:spPr>
          <a:xfrm>
            <a:off x="5721994" y="2149438"/>
            <a:ext cx="827188" cy="0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utoShape 4">
            <a:extLst>
              <a:ext uri="{FF2B5EF4-FFF2-40B4-BE49-F238E27FC236}">
                <a16:creationId xmlns:a16="http://schemas.microsoft.com/office/drawing/2014/main" id="{D6021673-1082-49E1-8855-F8AF889370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45630" y="1342499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95985936-72C9-4617-87AC-F85E8E0E3CF9}"/>
              </a:ext>
            </a:extLst>
          </p:cNvPr>
          <p:cNvSpPr/>
          <p:nvPr/>
        </p:nvSpPr>
        <p:spPr>
          <a:xfrm>
            <a:off x="6865817" y="1810272"/>
            <a:ext cx="1228515" cy="746999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Build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9CF2530F-8A5A-4684-9F71-E47E14D15BB5}"/>
              </a:ext>
            </a:extLst>
          </p:cNvPr>
          <p:cNvCxnSpPr>
            <a:cxnSpLocks/>
          </p:cNvCxnSpPr>
          <p:nvPr/>
        </p:nvCxnSpPr>
        <p:spPr>
          <a:xfrm>
            <a:off x="8137538" y="2149438"/>
            <a:ext cx="522786" cy="1904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54C3D6FB-0357-4AAA-AAEA-E2366DC0CFD6}"/>
              </a:ext>
            </a:extLst>
          </p:cNvPr>
          <p:cNvSpPr/>
          <p:nvPr/>
        </p:nvSpPr>
        <p:spPr>
          <a:xfrm>
            <a:off x="8692714" y="1802421"/>
            <a:ext cx="1228515" cy="754849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Test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9CB2D46-A3AD-4C15-B698-315FF3E36A43}"/>
              </a:ext>
            </a:extLst>
          </p:cNvPr>
          <p:cNvCxnSpPr>
            <a:cxnSpLocks/>
          </p:cNvCxnSpPr>
          <p:nvPr/>
        </p:nvCxnSpPr>
        <p:spPr>
          <a:xfrm>
            <a:off x="9987205" y="2165762"/>
            <a:ext cx="522786" cy="1904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FDE26E54-3264-4D3E-B1D7-A2818B9C1D64}"/>
              </a:ext>
            </a:extLst>
          </p:cNvPr>
          <p:cNvSpPr/>
          <p:nvPr/>
        </p:nvSpPr>
        <p:spPr>
          <a:xfrm>
            <a:off x="10557988" y="1802131"/>
            <a:ext cx="1228515" cy="750033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Results</a:t>
            </a:r>
          </a:p>
        </p:txBody>
      </p:sp>
      <p:cxnSp>
        <p:nvCxnSpPr>
          <p:cNvPr id="105" name="Connector: Elbow 67">
            <a:extLst>
              <a:ext uri="{FF2B5EF4-FFF2-40B4-BE49-F238E27FC236}">
                <a16:creationId xmlns:a16="http://schemas.microsoft.com/office/drawing/2014/main" id="{5CBBEBBF-028A-4E20-99FE-C6B014D38EB0}"/>
              </a:ext>
            </a:extLst>
          </p:cNvPr>
          <p:cNvCxnSpPr>
            <a:cxnSpLocks/>
          </p:cNvCxnSpPr>
          <p:nvPr/>
        </p:nvCxnSpPr>
        <p:spPr>
          <a:xfrm rot="10800000">
            <a:off x="5035620" y="2647190"/>
            <a:ext cx="6185506" cy="946116"/>
          </a:xfrm>
          <a:prstGeom prst="bentConnector3">
            <a:avLst>
              <a:gd name="adj1" fmla="val 99985"/>
            </a:avLst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C1DDEA7-A496-4574-B216-17970B65D055}"/>
              </a:ext>
            </a:extLst>
          </p:cNvPr>
          <p:cNvCxnSpPr>
            <a:cxnSpLocks/>
          </p:cNvCxnSpPr>
          <p:nvPr/>
        </p:nvCxnSpPr>
        <p:spPr>
          <a:xfrm flipH="1">
            <a:off x="11221119" y="2552164"/>
            <a:ext cx="720" cy="1041143"/>
          </a:xfrm>
          <a:prstGeom prst="straightConnector1">
            <a:avLst/>
          </a:prstGeom>
          <a:ln w="28575">
            <a:solidFill>
              <a:schemeClr val="tx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EDA9E666-A8B7-401E-A6E2-AFBBBE3E5F5F}"/>
              </a:ext>
            </a:extLst>
          </p:cNvPr>
          <p:cNvSpPr txBox="1"/>
          <p:nvPr/>
        </p:nvSpPr>
        <p:spPr>
          <a:xfrm>
            <a:off x="5524756" y="3342231"/>
            <a:ext cx="1596391" cy="2080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431" eaLnBrk="1" hangingPunct="1">
              <a:lnSpc>
                <a:spcPts val="162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</a:rPr>
              <a:t>Return CI results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13F11E8-3E80-6558-735F-E97DCACBA653}"/>
              </a:ext>
            </a:extLst>
          </p:cNvPr>
          <p:cNvSpPr/>
          <p:nvPr/>
        </p:nvSpPr>
        <p:spPr>
          <a:xfrm>
            <a:off x="631215" y="2504775"/>
            <a:ext cx="1422224" cy="941459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Local development &amp; debug</a:t>
            </a:r>
          </a:p>
        </p:txBody>
      </p:sp>
      <p:cxnSp>
        <p:nvCxnSpPr>
          <p:cNvPr id="32" name="Connector: Elbow 67">
            <a:extLst>
              <a:ext uri="{FF2B5EF4-FFF2-40B4-BE49-F238E27FC236}">
                <a16:creationId xmlns:a16="http://schemas.microsoft.com/office/drawing/2014/main" id="{B53A8258-1610-2C16-7837-C719435E3D79}"/>
              </a:ext>
            </a:extLst>
          </p:cNvPr>
          <p:cNvCxnSpPr>
            <a:cxnSpLocks/>
          </p:cNvCxnSpPr>
          <p:nvPr/>
        </p:nvCxnSpPr>
        <p:spPr>
          <a:xfrm flipH="1">
            <a:off x="2101864" y="3133387"/>
            <a:ext cx="614706" cy="0"/>
          </a:xfrm>
          <a:prstGeom prst="straightConnector1">
            <a:avLst/>
          </a:prstGeom>
          <a:ln w="28575"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67">
            <a:extLst>
              <a:ext uri="{FF2B5EF4-FFF2-40B4-BE49-F238E27FC236}">
                <a16:creationId xmlns:a16="http://schemas.microsoft.com/office/drawing/2014/main" id="{BD6D2F98-9106-E4A1-36A7-00409DD0E6A8}"/>
              </a:ext>
            </a:extLst>
          </p:cNvPr>
          <p:cNvCxnSpPr>
            <a:cxnSpLocks/>
          </p:cNvCxnSpPr>
          <p:nvPr/>
        </p:nvCxnSpPr>
        <p:spPr>
          <a:xfrm flipH="1">
            <a:off x="3637865" y="3593307"/>
            <a:ext cx="1625585" cy="0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357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rm_PPT_Public">
  <a:themeElements>
    <a:clrScheme name="Arm PPT">
      <a:dk1>
        <a:srgbClr val="000000"/>
      </a:dk1>
      <a:lt1>
        <a:srgbClr val="FFFFFF"/>
      </a:lt1>
      <a:dk2>
        <a:srgbClr val="333E48"/>
      </a:dk2>
      <a:lt2>
        <a:srgbClr val="E5ECEB"/>
      </a:lt2>
      <a:accent1>
        <a:srgbClr val="0091BD"/>
      </a:accent1>
      <a:accent2>
        <a:srgbClr val="002B49"/>
      </a:accent2>
      <a:accent3>
        <a:srgbClr val="FFC700"/>
      </a:accent3>
      <a:accent4>
        <a:srgbClr val="95D600"/>
      </a:accent4>
      <a:accent5>
        <a:srgbClr val="FF6B00"/>
      </a:accent5>
      <a:accent6>
        <a:srgbClr val="7D868C"/>
      </a:accent6>
      <a:hlink>
        <a:srgbClr val="00C1DE"/>
      </a:hlink>
      <a:folHlink>
        <a:srgbClr val="002F6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 defTabSz="914400" rtl="0" eaLnBrk="1" latinLnBrk="0" hangingPunct="1">
          <a:lnSpc>
            <a:spcPct val="90000"/>
          </a:lnSpc>
          <a:spcBef>
            <a:spcPts val="0"/>
          </a:spcBef>
          <a:spcAft>
            <a:spcPts val="600"/>
          </a:spcAft>
          <a:buFont typeface="Arial" panose="020B0604020202020204" pitchFamily="34" charset="0"/>
          <a:buNone/>
          <a:defRPr sz="2100" kern="1200" dirty="0" err="1" smtClean="0">
            <a:solidFill>
              <a:schemeClr val="tx2"/>
            </a:solidFill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7" id="{BAEDCA4E-07D3-CF45-8582-069B713BBD79}" vid="{B429C1B6-4366-0543-9EF0-CA4016DA91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ARM Document" ma:contentTypeID="0x0101005C6975769EB1684CAB07571CAE07A11B0100BC81FA0C64ACC243A77959D9266C7751" ma:contentTypeVersion="27" ma:contentTypeDescription="" ma:contentTypeScope="" ma:versionID="c3d44a507a30e34bb56df6cb41b0e970">
  <xsd:schema xmlns:xsd="http://www.w3.org/2001/XMLSchema" xmlns:xs="http://www.w3.org/2001/XMLSchema" xmlns:p="http://schemas.microsoft.com/office/2006/metadata/properties" xmlns:ns1="http://schemas.microsoft.com/sharepoint/v3" xmlns:ns2="f2ad5090-61a8-4b8c-ab70-68f4ff4d1933" xmlns:ns3="http://schemas.microsoft.com/sharepoint/v3/fields" xmlns:ns4="c0950e01-db07-4e41-9c32-b7a8e9fccc9b" targetNamespace="http://schemas.microsoft.com/office/2006/metadata/properties" ma:root="true" ma:fieldsID="d6365f768a9cf65e3d0aaa644537f94f" ns1:_="" ns2:_="" ns3:_="" ns4:_="">
    <xsd:import namespace="http://schemas.microsoft.com/sharepoint/v3"/>
    <xsd:import namespace="f2ad5090-61a8-4b8c-ab70-68f4ff4d1933"/>
    <xsd:import namespace="http://schemas.microsoft.com/sharepoint/v3/fields"/>
    <xsd:import namespace="c0950e01-db07-4e41-9c32-b7a8e9fccc9b"/>
    <xsd:element name="properties">
      <xsd:complexType>
        <xsd:sequence>
          <xsd:element name="documentManagement">
            <xsd:complexType>
              <xsd:all>
                <xsd:element ref="ns1:RoutingRuleDescription" minOccurs="0"/>
                <xsd:element ref="ns2:Document_x0020_Author" minOccurs="0"/>
                <xsd:element ref="ns3:_Status"/>
                <xsd:element ref="ns2:Document_x0020_Confidentiality"/>
                <xsd:element ref="ns2:_dlc_DocId" minOccurs="0"/>
                <xsd:element ref="ns2:_dlc_DocIdUrl" minOccurs="0"/>
                <xsd:element ref="ns2:_dlc_DocIdPersistId" minOccurs="0"/>
                <xsd:element ref="ns2:ARM_x0020_Legacy_x0020_ID" minOccurs="0"/>
                <xsd:element ref="ns2:Current_x0020_Version" minOccurs="0"/>
                <xsd:element ref="ns2:j60c3ced31bb40378c6254d49035d966" minOccurs="0"/>
                <xsd:element ref="ns2:TaxCatchAll" minOccurs="0"/>
                <xsd:element ref="ns2:TaxCatchAllLabel" minOccurs="0"/>
                <xsd:element ref="ns4:Categor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RoutingRuleDescription" ma:index="2" nillable="true" ma:displayName="Description" ma:internalName="RoutingRuleDescription" ma:readOnly="fals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2ad5090-61a8-4b8c-ab70-68f4ff4d1933" elementFormDefault="qualified">
    <xsd:import namespace="http://schemas.microsoft.com/office/2006/documentManagement/types"/>
    <xsd:import namespace="http://schemas.microsoft.com/office/infopath/2007/PartnerControls"/>
    <xsd:element name="Document_x0020_Author" ma:index="3" nillable="true" ma:displayName="Document Author" ma:list="UserInfo" ma:SharePointGroup="0" ma:internalName="Document_x0020_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ocument_x0020_Confidentiality" ma:index="5" ma:displayName="Document Confidentiality" ma:default="Confidential" ma:format="Dropdown" ma:internalName="Document_x0020_Confidentiality">
      <xsd:simpleType>
        <xsd:restriction base="dms:Choice">
          <xsd:enumeration value="Secret"/>
          <xsd:enumeration value="Confidential-Restricted"/>
          <xsd:enumeration value="Confidential"/>
          <xsd:enumeration value="Non-Confidential"/>
          <xsd:enumeration value="Personal"/>
        </xsd:restriction>
      </xsd:simpleType>
    </xsd:element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ARM_x0020_Legacy_x0020_ID" ma:index="16" nillable="true" ma:displayName="ARM Legacy ID" ma:internalName="ARM_x0020_Legacy_x0020_ID">
      <xsd:simpleType>
        <xsd:restriction base="dms:Text">
          <xsd:maxLength value="255"/>
        </xsd:restriction>
      </xsd:simpleType>
    </xsd:element>
    <xsd:element name="Current_x0020_Version" ma:index="17" nillable="true" ma:displayName="Current Version" ma:description="The current version number of the file in SharePoint." ma:internalName="Current_x0020_Version" ma:readOnly="false">
      <xsd:simpleType>
        <xsd:restriction base="dms:Text">
          <xsd:maxLength value="255"/>
        </xsd:restriction>
      </xsd:simpleType>
    </xsd:element>
    <xsd:element name="j60c3ced31bb40378c6254d49035d966" ma:index="18" nillable="true" ma:taxonomy="true" ma:internalName="j60c3ced31bb40378c6254d49035d966" ma:taxonomyFieldName="Calendar_x0020_Year" ma:displayName="Calendar Year" ma:readOnly="false" ma:default="7;#2017|58467e81-5d99-44a5-abb5-12a016b65e9e" ma:fieldId="{360c3ced-31bb-4037-8c62-54d49035d966}" ma:sspId="982c6e79-63e2-4d63-9b21-99d1544b0b75" ma:termSetId="c604d99f-773e-49a6-a2c0-6d4bc754112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9" nillable="true" ma:displayName="Taxonomy Catch All Column" ma:hidden="true" ma:list="{a9424fa9-fdb0-43c3-9a79-ae027323b92a}" ma:internalName="TaxCatchAll" ma:showField="CatchAllData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20" nillable="true" ma:displayName="Taxonomy Catch All Column1" ma:hidden="true" ma:list="{a9424fa9-fdb0-43c3-9a79-ae027323b92a}" ma:internalName="TaxCatchAllLabel" ma:readOnly="true" ma:showField="CatchAllDataLabel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4" ma:displayName="Status" ma:default="Not Started" ma:internalName="_Status" ma:readOnly="false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950e01-db07-4e41-9c32-b7a8e9fccc9b" elementFormDefault="qualified">
    <xsd:import namespace="http://schemas.microsoft.com/office/2006/documentManagement/types"/>
    <xsd:import namespace="http://schemas.microsoft.com/office/infopath/2007/PartnerControls"/>
    <xsd:element name="Category" ma:index="22" nillable="true" ma:displayName="Category" ma:format="Dropdown" ma:internalName="Category">
      <xsd:simpleType>
        <xsd:restriction base="dms:Choice">
          <xsd:enumeration value="Word Documents - UK"/>
          <xsd:enumeration value="Word Documents - US"/>
          <xsd:enumeration value="Board Presentation Templates"/>
          <xsd:enumeration value="Public Presentation Templates"/>
          <xsd:enumeration value="Private Presentation Templates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1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 ma:index="6" ma:displayName="Keywords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axOccurs="1" ma:displayName="Status">
          <xsd:simpleType xmlns:xs="http://www.w3.org/2001/XMLSchema">
            <xsd:restriction base="xsd:string">
              <xsd:minLength value="1"/>
            </xsd:restriction>
          </xsd:simpleType>
        </xsd:element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customXsn xmlns="http://schemas.microsoft.com/office/2006/metadata/customXsn">
  <xsnLocation/>
  <cached>True</cached>
  <openByDefault>True</openByDefault>
  <xsnScope/>
</customXsn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5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rrent_x0020_Version xmlns="f2ad5090-61a8-4b8c-ab70-68f4ff4d1933">9.0</Current_x0020_Version>
    <Document_x0020_Author xmlns="f2ad5090-61a8-4b8c-ab70-68f4ff4d1933">
      <UserInfo>
        <DisplayName/>
        <AccountId xsi:nil="true"/>
        <AccountType/>
      </UserInfo>
    </Document_x0020_Author>
    <_dlc_DocId xmlns="f2ad5090-61a8-4b8c-ab70-68f4ff4d1933">ARM-ECM-0633231</_dlc_DocId>
    <Document_x0020_Confidentiality xmlns="f2ad5090-61a8-4b8c-ab70-68f4ff4d1933">Confidential-Restricted</Document_x0020_Confidentiality>
    <_dlc_DocIdUrl xmlns="f2ad5090-61a8-4b8c-ab70-68f4ff4d1933">
      <Url>http://teamsites.arm.com/sites/cthub/_layouts/DocIdRedir.aspx?ID=ARM-ECM-0633231</Url>
      <Description>ARM-ECM-0633231</Description>
    </_dlc_DocIdUrl>
    <Category xmlns="c0950e01-db07-4e41-9c32-b7a8e9fccc9b">Private Presentation Templates</Category>
    <ARM_x0020_Legacy_x0020_ID xmlns="f2ad5090-61a8-4b8c-ab70-68f4ff4d1933" xsi:nil="true"/>
    <TaxCatchAll xmlns="f2ad5090-61a8-4b8c-ab70-68f4ff4d1933">
      <Value>7</Value>
      <Value>1</Value>
    </TaxCatchAll>
    <j60c3ced31bb40378c6254d49035d966 xmlns="f2ad5090-61a8-4b8c-ab70-68f4ff4d1933">
      <Terms xmlns="http://schemas.microsoft.com/office/infopath/2007/PartnerControls">
        <TermInfo xmlns="http://schemas.microsoft.com/office/infopath/2007/PartnerControls">
          <TermName xmlns="http://schemas.microsoft.com/office/infopath/2007/PartnerControls">2017</TermName>
          <TermId xmlns="http://schemas.microsoft.com/office/infopath/2007/PartnerControls">58467e81-5d99-44a5-abb5-12a016b65e9e</TermId>
        </TermInfo>
      </Terms>
    </j60c3ced31bb40378c6254d49035d966>
    <RoutingRuleDescription xmlns="http://schemas.microsoft.com/sharepoint/v3" xsi:nil="true"/>
    <_Status xmlns="http://schemas.microsoft.com/sharepoint/v3/fields">Not Started</_Status>
  </documentManagement>
</p:properties>
</file>

<file path=customXml/itemProps1.xml><?xml version="1.0" encoding="utf-8"?>
<ds:datastoreItem xmlns:ds="http://schemas.openxmlformats.org/officeDocument/2006/customXml" ds:itemID="{5675509F-A6F5-4147-861D-E4CC99F48FA5}">
  <ds:schemaRefs>
    <ds:schemaRef ds:uri="c0950e01-db07-4e41-9c32-b7a8e9fccc9b"/>
    <ds:schemaRef ds:uri="f2ad5090-61a8-4b8c-ab70-68f4ff4d193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microsoft.com/sharepoint/v3/field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2EFBBFE-5AFC-4CAD-AD38-1CB870BDB2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59113B-7FA4-40AB-AF85-5C5588D4771C}">
  <ds:schemaRefs>
    <ds:schemaRef ds:uri="http://schemas.microsoft.com/office/2006/metadata/customXsn"/>
  </ds:schemaRefs>
</ds:datastoreItem>
</file>

<file path=customXml/itemProps4.xml><?xml version="1.0" encoding="utf-8"?>
<ds:datastoreItem xmlns:ds="http://schemas.openxmlformats.org/officeDocument/2006/customXml" ds:itemID="{1E7F2E56-8924-419D-99E9-79DB71144EB2}">
  <ds:schemaRefs>
    <ds:schemaRef ds:uri="http://schemas.microsoft.com/sharepoint/events"/>
  </ds:schemaRefs>
</ds:datastoreItem>
</file>

<file path=customXml/itemProps5.xml><?xml version="1.0" encoding="utf-8"?>
<ds:datastoreItem xmlns:ds="http://schemas.openxmlformats.org/officeDocument/2006/customXml" ds:itemID="{B61D4E06-5D3F-4994-A4A7-4BA626FA722D}">
  <ds:schemaRefs>
    <ds:schemaRef ds:uri="c0950e01-db07-4e41-9c32-b7a8e9fccc9b"/>
    <ds:schemaRef ds:uri="http://purl.org/dc/elements/1.1/"/>
    <ds:schemaRef ds:uri="http://schemas.microsoft.com/office/2006/metadata/properties"/>
    <ds:schemaRef ds:uri="http://schemas.microsoft.com/office/2006/documentManagement/types"/>
    <ds:schemaRef ds:uri="f2ad5090-61a8-4b8c-ab70-68f4ff4d1933"/>
    <ds:schemaRef ds:uri="http://schemas.microsoft.com/sharepoint/v3"/>
    <ds:schemaRef ds:uri="http://purl.org/dc/terms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schemas.microsoft.com/sharepoint/v3/field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Arm_2021</Template>
  <TotalTime>36211</TotalTime>
  <Words>19</Words>
  <Application>Microsoft Office PowerPoint</Application>
  <PresentationFormat>Widescreen</PresentationFormat>
  <Paragraphs>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ＭＳ Ｐゴシック</vt:lpstr>
      <vt:lpstr>Arial</vt:lpstr>
      <vt:lpstr>Calibri</vt:lpstr>
      <vt:lpstr>Wingdings</vt:lpstr>
      <vt:lpstr>Arm_PPT_Public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Audio Buffer Handling</dc:title>
  <dc:subject/>
  <dc:creator>Reinhard Keil</dc:creator>
  <cp:keywords/>
  <dc:description/>
  <cp:lastModifiedBy>Reinhard Keil</cp:lastModifiedBy>
  <cp:revision>69</cp:revision>
  <dcterms:created xsi:type="dcterms:W3CDTF">2021-06-28T15:12:17Z</dcterms:created>
  <dcterms:modified xsi:type="dcterms:W3CDTF">2026-01-27T15:05:56Z</dcterms:modified>
  <cp:category/>
  <cp:contentStatus>Published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45c40ffca3445d9bf3205a60bd2f6d6">
    <vt:lpwstr>Confidential|28d1025d-1415-4984-b35e-5b79e7d32b5c</vt:lpwstr>
  </property>
  <property fmtid="{D5CDD505-2E9C-101B-9397-08002B2CF9AE}" pid="3" name="TaxKeyword">
    <vt:lpwstr/>
  </property>
  <property fmtid="{D5CDD505-2E9C-101B-9397-08002B2CF9AE}" pid="4" name="_dlc_policyId">
    <vt:lpwstr>0x0101004E4B3E189D714F49A85ED613D6AE4F95|-1756139441</vt:lpwstr>
  </property>
  <property fmtid="{D5CDD505-2E9C-101B-9397-08002B2CF9AE}" pid="5" name="_dlc_DocIdItemGuid">
    <vt:lpwstr>e89a121e-355c-4cb1-879e-045fefeb8c84</vt:lpwstr>
  </property>
  <property fmtid="{D5CDD505-2E9C-101B-9397-08002B2CF9AE}" pid="6" name="_dlc_ItemStageId">
    <vt:lpwstr>1</vt:lpwstr>
  </property>
  <property fmtid="{D5CDD505-2E9C-101B-9397-08002B2CF9AE}" pid="7" name="j60c3ced31bb40378c6254d49035d966">
    <vt:lpwstr>2015|ee47c3e7-6a69-4f36-9adf-1007c8d399a4</vt:lpwstr>
  </property>
  <property fmtid="{D5CDD505-2E9C-101B-9397-08002B2CF9AE}" pid="8" name="vti_description">
    <vt:lpwstr/>
  </property>
  <property fmtid="{D5CDD505-2E9C-101B-9397-08002B2CF9AE}" pid="9" name="WorkflowChangePath">
    <vt:lpwstr>1069b4ef-e6f3-4ad7-8c8e-772136578697,10;</vt:lpwstr>
  </property>
  <property fmtid="{D5CDD505-2E9C-101B-9397-08002B2CF9AE}" pid="10" name="Confidentiality">
    <vt:lpwstr>1;#Confidential|28d1025d-1415-4984-b35e-5b79e7d32b5c</vt:lpwstr>
  </property>
  <property fmtid="{D5CDD505-2E9C-101B-9397-08002B2CF9AE}" pid="11" name="ContentTypeId">
    <vt:lpwstr>0x0101005C6975769EB1684CAB07571CAE07A11B0100BC81FA0C64ACC243A77959D9266C7751</vt:lpwstr>
  </property>
  <property fmtid="{D5CDD505-2E9C-101B-9397-08002B2CF9AE}" pid="12" name="Calendar Year">
    <vt:lpwstr>7;#2017|58467e81-5d99-44a5-abb5-12a016b65e9e</vt:lpwstr>
  </property>
  <property fmtid="{D5CDD505-2E9C-101B-9397-08002B2CF9AE}" pid="13" name="TaxCatchAll">
    <vt:lpwstr/>
  </property>
  <property fmtid="{D5CDD505-2E9C-101B-9397-08002B2CF9AE}" pid="14" name="TaxKeywordTaxHTField">
    <vt:lpwstr/>
  </property>
  <property fmtid="{D5CDD505-2E9C-101B-9397-08002B2CF9AE}" pid="15" name="ItemRetentionFormula">
    <vt:lpwstr/>
  </property>
  <property fmtid="{D5CDD505-2E9C-101B-9397-08002B2CF9AE}" pid="16" name="_dlc_LastRun">
    <vt:lpwstr>08/15/2015 23:02:11</vt:lpwstr>
  </property>
</Properties>
</file>