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5431" r:id="rId6"/>
  </p:sldMasterIdLst>
  <p:notesMasterIdLst>
    <p:notesMasterId r:id="rId10"/>
  </p:notesMasterIdLst>
  <p:handoutMasterIdLst>
    <p:handoutMasterId r:id="rId11"/>
  </p:handoutMasterIdLst>
  <p:sldIdLst>
    <p:sldId id="2086971674" r:id="rId7"/>
    <p:sldId id="2147483646" r:id="rId8"/>
    <p:sldId id="258" r:id="rId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einhard Keil" initials="RK" lastIdx="16" clrIdx="0">
    <p:extLst>
      <p:ext uri="{19B8F6BF-5375-455C-9EA6-DF929625EA0E}">
        <p15:presenceInfo xmlns:p15="http://schemas.microsoft.com/office/powerpoint/2012/main" userId="S::Reinhard.Keil@arm.com::a74c14d9-6dde-4ffd-bc62-ceabab23c919" providerId="AD"/>
      </p:ext>
    </p:extLst>
  </p:cmAuthor>
  <p:cmAuthor id="2" name="Author" initials="A" lastIdx="2" clrIdx="1"/>
  <p:cmAuthor id="3" name="Stefano Cadario" initials="SC" lastIdx="2" clrIdx="2">
    <p:extLst>
      <p:ext uri="{19B8F6BF-5375-455C-9EA6-DF929625EA0E}">
        <p15:presenceInfo xmlns:p15="http://schemas.microsoft.com/office/powerpoint/2012/main" userId="S::Stefano.Cadario@arm.com::80442c5e-a86e-4e3c-a034-07962a038ecc" providerId="AD"/>
      </p:ext>
    </p:extLst>
  </p:cmAuthor>
  <p:cmAuthor id="4" name="Barbara Bengyel" initials="BB" lastIdx="3" clrIdx="3">
    <p:extLst>
      <p:ext uri="{19B8F6BF-5375-455C-9EA6-DF929625EA0E}">
        <p15:presenceInfo xmlns:p15="http://schemas.microsoft.com/office/powerpoint/2012/main" userId="S::barbara.bengyel@arm.com::e8b45ead-9f84-4a51-9340-10c649ecd5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3B7384"/>
    <a:srgbClr val="3F7587"/>
    <a:srgbClr val="638F9D"/>
    <a:srgbClr val="99B6BF"/>
    <a:srgbClr val="A1A4A3"/>
    <a:srgbClr val="7F7F7F"/>
    <a:srgbClr val="70A000"/>
    <a:srgbClr val="FF6B00"/>
    <a:srgbClr val="FF6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768" y="283"/>
      </p:cViewPr>
      <p:guideLst>
        <p:guide orient="horz" pos="2160"/>
        <p:guide pos="3840"/>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handoutMaster" Target="handoutMasters/handoutMaster1.xml"/><Relationship Id="rId5" Type="http://schemas.openxmlformats.org/officeDocument/2006/relationships/customXml" Target="../customXml/item5.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7B394A5-FD1F-430F-BB3A-F7878AC293E0}"/>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4" name="Footer Placeholder 3">
            <a:extLst>
              <a:ext uri="{FF2B5EF4-FFF2-40B4-BE49-F238E27FC236}">
                <a16:creationId xmlns:a16="http://schemas.microsoft.com/office/drawing/2014/main" id="{363CE605-DAD4-4C64-BE6E-BE3D8E5504AE}"/>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5F699187-58AF-4D6B-8526-D5C98A6AF82B}"/>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79C45C6D-DBFC-4B67-A8DE-9C2360ACC98E}" type="slidenum">
              <a:rPr lang="en-US" altLang="en-US"/>
              <a:pPr>
                <a:defRPr/>
              </a:pPr>
              <a:t>‹#›</a:t>
            </a:fld>
            <a:endParaRPr lang="en-US" altLang="en-US"/>
          </a:p>
        </p:txBody>
      </p:sp>
    </p:spTree>
    <p:extLst>
      <p:ext uri="{BB962C8B-B14F-4D97-AF65-F5344CB8AC3E}">
        <p14:creationId xmlns:p14="http://schemas.microsoft.com/office/powerpoint/2010/main" val="85318220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97C0424-39BA-4205-9510-7D8372B40FAD}"/>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190861BC-4E89-4909-9F41-7A6E20183733}"/>
              </a:ext>
            </a:extLst>
          </p:cNvPr>
          <p:cNvSpPr>
            <a:spLocks noGrp="1"/>
          </p:cNvSpPr>
          <p:nvPr>
            <p:ph type="dt"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charset="0"/>
                <a:ea typeface="ＭＳ Ｐゴシック" charset="-128"/>
              </a:defRPr>
            </a:lvl1pPr>
          </a:lstStyle>
          <a:p>
            <a:pPr>
              <a:defRPr/>
            </a:pPr>
            <a:fld id="{5B25F150-DB0B-4758-AFA9-222A6E446235}" type="datetimeFigureOut">
              <a:rPr lang="en-US" altLang="en-US"/>
              <a:pPr>
                <a:defRPr/>
              </a:pPr>
              <a:t>2/16/2026</a:t>
            </a:fld>
            <a:endParaRPr lang="en-US" altLang="en-US"/>
          </a:p>
        </p:txBody>
      </p:sp>
      <p:sp>
        <p:nvSpPr>
          <p:cNvPr id="4" name="Slide Image Placeholder 3">
            <a:extLst>
              <a:ext uri="{FF2B5EF4-FFF2-40B4-BE49-F238E27FC236}">
                <a16:creationId xmlns:a16="http://schemas.microsoft.com/office/drawing/2014/main" id="{D5B20C51-CC4D-4C34-9C63-92F50CE02E99}"/>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DAC138B7-E2A5-4B5D-ADC2-E53A511B52FC}"/>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59A61A1A-4481-471C-A253-BE997586AA04}"/>
              </a:ext>
            </a:extLst>
          </p:cNvPr>
          <p:cNvSpPr>
            <a:spLocks noGrp="1"/>
          </p:cNvSpPr>
          <p:nvPr>
            <p:ph type="ftr" sz="quarter" idx="4"/>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charset="0"/>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1BC0DDD9-A1C6-46BA-89ED-AF0DD2672605}"/>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charset="0"/>
                <a:ea typeface="ＭＳ Ｐゴシック" charset="-128"/>
              </a:defRPr>
            </a:lvl1pPr>
          </a:lstStyle>
          <a:p>
            <a:pPr>
              <a:defRPr/>
            </a:pPr>
            <a:fld id="{3B16354E-6974-4833-AB87-3220A0835E84}" type="slidenum">
              <a:rPr lang="en-US" altLang="en-US"/>
              <a:pPr>
                <a:defRPr/>
              </a:pPr>
              <a:t>‹#›</a:t>
            </a:fld>
            <a:endParaRPr lang="en-US" altLang="en-US"/>
          </a:p>
        </p:txBody>
      </p:sp>
    </p:spTree>
    <p:extLst>
      <p:ext uri="{BB962C8B-B14F-4D97-AF65-F5344CB8AC3E}">
        <p14:creationId xmlns:p14="http://schemas.microsoft.com/office/powerpoint/2010/main" val="976758004"/>
      </p:ext>
    </p:extLst>
  </p:cSld>
  <p:clrMap bg1="lt1" tx1="dk1" bg2="lt2" tx2="dk2" accent1="accent1" accent2="accent2" accent3="accent3" accent4="accent4" accent5="accent5" accent6="accent6" hlink="hlink" folHlink="folHlink"/>
  <p:notesStyle>
    <a:lvl1pPr algn="l" rtl="0" eaLnBrk="0" fontAlgn="base" hangingPunct="0">
      <a:spcBef>
        <a:spcPts val="600"/>
      </a:spcBef>
      <a:spcAft>
        <a:spcPct val="0"/>
      </a:spcAft>
      <a:defRPr sz="1200" kern="1200">
        <a:solidFill>
          <a:schemeClr val="tx1"/>
        </a:solidFill>
        <a:latin typeface="+mn-lt"/>
        <a:ea typeface="ＭＳ Ｐゴシック" charset="0"/>
        <a:cs typeface="ＭＳ Ｐゴシック" charset="0"/>
      </a:defRPr>
    </a:lvl1pPr>
    <a:lvl2pPr marL="457200" algn="l" rtl="0" eaLnBrk="0" fontAlgn="base" hangingPunct="0">
      <a:spcBef>
        <a:spcPts val="0"/>
      </a:spcBef>
      <a:spcAft>
        <a:spcPct val="0"/>
      </a:spcAft>
      <a:defRPr sz="1200" kern="1200">
        <a:solidFill>
          <a:schemeClr val="tx1"/>
        </a:solidFill>
        <a:latin typeface="+mn-lt"/>
        <a:ea typeface="ＭＳ Ｐゴシック" charset="0"/>
        <a:cs typeface="+mn-cs"/>
      </a:defRPr>
    </a:lvl2pPr>
    <a:lvl3pPr marL="914400" algn="l" rtl="0" eaLnBrk="0" fontAlgn="base" hangingPunct="0">
      <a:spcBef>
        <a:spcPts val="0"/>
      </a:spcBef>
      <a:spcAft>
        <a:spcPct val="0"/>
      </a:spcAft>
      <a:defRPr sz="1200" kern="1200">
        <a:solidFill>
          <a:schemeClr val="tx1"/>
        </a:solidFill>
        <a:latin typeface="+mn-lt"/>
        <a:ea typeface="ＭＳ Ｐゴシック" charset="0"/>
        <a:cs typeface="+mn-cs"/>
      </a:defRPr>
    </a:lvl3pPr>
    <a:lvl4pPr marL="1371600" algn="l" rtl="0" eaLnBrk="0" fontAlgn="base" hangingPunct="0">
      <a:spcBef>
        <a:spcPts val="0"/>
      </a:spcBef>
      <a:spcAft>
        <a:spcPct val="0"/>
      </a:spcAft>
      <a:defRPr sz="1200" kern="1200">
        <a:solidFill>
          <a:schemeClr val="tx1"/>
        </a:solidFill>
        <a:latin typeface="+mn-lt"/>
        <a:ea typeface="ＭＳ Ｐゴシック" charset="0"/>
        <a:cs typeface="+mn-cs"/>
      </a:defRPr>
    </a:lvl4pPr>
    <a:lvl5pPr marL="1828800" algn="l" rtl="0" eaLnBrk="0" fontAlgn="base" hangingPunct="0">
      <a:spcBef>
        <a:spcPts val="0"/>
      </a:spcBef>
      <a:spcAft>
        <a:spcPct val="0"/>
      </a:spcAft>
      <a:defRPr sz="1200" kern="1200">
        <a:solidFill>
          <a:schemeClr val="tx1"/>
        </a:solidFill>
        <a:latin typeface="+mn-lt"/>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1</a:t>
            </a:fld>
            <a:endParaRPr lang="en-US" altLang="en-US"/>
          </a:p>
        </p:txBody>
      </p:sp>
    </p:spTree>
    <p:extLst>
      <p:ext uri="{BB962C8B-B14F-4D97-AF65-F5344CB8AC3E}">
        <p14:creationId xmlns:p14="http://schemas.microsoft.com/office/powerpoint/2010/main" val="42934732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F63EB0-13FD-9F10-F0D1-F2FC8EDA29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ED9E6-656F-B3A4-C725-9FCF9051AC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9120AC-D8BE-4C56-4C83-142D3A76035B}"/>
              </a:ext>
            </a:extLst>
          </p:cNvPr>
          <p:cNvSpPr>
            <a:spLocks noGrp="1"/>
          </p:cNvSpPr>
          <p:nvPr>
            <p:ph type="body" idx="1"/>
          </p:nvPr>
        </p:nvSpPr>
        <p:spPr/>
        <p:txBody>
          <a:bodyPr/>
          <a:lstStyle/>
          <a:p>
            <a:r>
              <a:rPr lang="en-US" sz="1600">
                <a:latin typeface="Arial" panose="020B0604020202020204" pitchFamily="34" charset="0"/>
                <a:cs typeface="Arial" panose="020B0604020202020204" pitchFamily="34" charset="0"/>
              </a:rPr>
              <a:t>But how is such an Edge AI application developed?  Let’s take a look.</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An Edge AI Device has a classic embedded part that integrates an Optimized ML Model.  The classic embedded software interfaces to the sensor, audio or video input of your device, and contains DSP algorithms for signal conditioning. And of course, the output interface.</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For the ML Development you need real-world data. Arm offers the SDS software component for data capturing which we will demonstrate in a dedicated webinar later this year. The data is fed into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and Edge Impulse is one of our partners in this space.</a:t>
            </a:r>
          </a:p>
          <a:p>
            <a:br>
              <a:rPr lang="en-US" sz="1600">
                <a:latin typeface="Arial" panose="020B0604020202020204" pitchFamily="34" charset="0"/>
                <a:cs typeface="Arial" panose="020B0604020202020204" pitchFamily="34" charset="0"/>
              </a:rPr>
            </a:br>
            <a:r>
              <a:rPr lang="en-US" sz="1600">
                <a:latin typeface="Arial" panose="020B0604020202020204" pitchFamily="34" charset="0"/>
                <a:cs typeface="Arial" panose="020B0604020202020204" pitchFamily="34" charset="0"/>
              </a:rPr>
              <a:t>In the </a:t>
            </a:r>
            <a:r>
              <a:rPr lang="en-US" sz="1600" err="1">
                <a:latin typeface="Arial" panose="020B0604020202020204" pitchFamily="34" charset="0"/>
                <a:cs typeface="Arial" panose="020B0604020202020204" pitchFamily="34" charset="0"/>
              </a:rPr>
              <a:t>MLOps</a:t>
            </a:r>
            <a:r>
              <a:rPr lang="en-US" sz="1600">
                <a:latin typeface="Arial" panose="020B0604020202020204" pitchFamily="34" charset="0"/>
                <a:cs typeface="Arial" panose="020B0604020202020204" pitchFamily="34" charset="0"/>
              </a:rPr>
              <a:t> system, you specify your use-case, and a model searcher helps identifying the right model. Afterwards, compression, training, clustering, and quantization is applied to the model to fit it into the memory of constrained edge devices. Finally, this is compiled, validated, and delivered to the classic embedded development flow for integration.</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Edge Impulse will now show us how this works in practice with their system.  Over to you Alessandro!</a:t>
            </a:r>
          </a:p>
        </p:txBody>
      </p:sp>
      <p:sp>
        <p:nvSpPr>
          <p:cNvPr id="4" name="Slide Number Placeholder 3">
            <a:extLst>
              <a:ext uri="{FF2B5EF4-FFF2-40B4-BE49-F238E27FC236}">
                <a16:creationId xmlns:a16="http://schemas.microsoft.com/office/drawing/2014/main" id="{5374B6DF-0231-9F2E-7AB1-22DBB1FCAA08}"/>
              </a:ext>
            </a:extLst>
          </p:cNvPr>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3B16354E-6974-4833-AB87-3220A0835E84}" type="slidenum">
              <a:rPr kumimoji="0" lang="en-US" altLang="en-US" sz="1200" b="0" i="0" u="none" strike="noStrike" kern="1200" cap="none" spc="0" normalizeH="0" baseline="0" noProof="0" smtClean="0">
                <a:ln>
                  <a:noFill/>
                </a:ln>
                <a:solidFill>
                  <a:prstClr val="black"/>
                </a:solidFill>
                <a:effectLst/>
                <a:uLnTx/>
                <a:uFillTx/>
                <a:latin typeface="Calibri" charset="0"/>
                <a:ea typeface="ＭＳ Ｐゴシック"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0" lang="en-US" altLang="en-US" sz="1200" b="0" i="0" u="none" strike="noStrike" kern="1200" cap="none" spc="0" normalizeH="0" baseline="0" noProof="0">
              <a:ln>
                <a:noFill/>
              </a:ln>
              <a:solidFill>
                <a:prstClr val="black"/>
              </a:solidFill>
              <a:effectLst/>
              <a:uLnTx/>
              <a:uFillTx/>
              <a:latin typeface="Calibri" charset="0"/>
              <a:ea typeface="ＭＳ Ｐゴシック" charset="-128"/>
              <a:cs typeface="+mn-cs"/>
            </a:endParaRPr>
          </a:p>
        </p:txBody>
      </p:sp>
    </p:spTree>
    <p:extLst>
      <p:ext uri="{BB962C8B-B14F-4D97-AF65-F5344CB8AC3E}">
        <p14:creationId xmlns:p14="http://schemas.microsoft.com/office/powerpoint/2010/main" val="1185621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3B16354E-6974-4833-AB87-3220A0835E84}" type="slidenum">
              <a:rPr lang="en-US" altLang="en-US" smtClean="0"/>
              <a:pPr>
                <a:defRPr/>
              </a:pPr>
              <a:t>3</a:t>
            </a:fld>
            <a:endParaRPr lang="en-US" altLang="en-US"/>
          </a:p>
        </p:txBody>
      </p:sp>
    </p:spTree>
    <p:extLst>
      <p:ext uri="{BB962C8B-B14F-4D97-AF65-F5344CB8AC3E}">
        <p14:creationId xmlns:p14="http://schemas.microsoft.com/office/powerpoint/2010/main" val="13432688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9_Section Divider slide">
    <p:bg>
      <p:bgPr>
        <a:solidFill>
          <a:schemeClr val="tx1"/>
        </a:solidFill>
        <a:effectLst/>
      </p:bgPr>
    </p:bg>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764D7468-B6ED-8B46-A799-873C6CBB00EF}"/>
              </a:ext>
            </a:extLst>
          </p:cNvPr>
          <p:cNvSpPr txBox="1">
            <a:spLocks/>
          </p:cNvSpPr>
          <p:nvPr userDrawn="1"/>
        </p:nvSpPr>
        <p:spPr bwMode="auto">
          <a:xfrm>
            <a:off x="5016500" y="1952625"/>
            <a:ext cx="6307138" cy="741363"/>
          </a:xfrm>
          <a:prstGeom prst="rect">
            <a:avLst/>
          </a:prstGeom>
          <a:noFill/>
          <a:ln>
            <a:noFill/>
          </a:ln>
        </p:spPr>
        <p:txBody>
          <a:bodyPr lIns="0" tIns="0" rIns="0" bIns="0"/>
          <a:lstStyle>
            <a:lvl1pPr marL="342900" indent="-342900">
              <a:defRPr>
                <a:solidFill>
                  <a:schemeClr val="tx1"/>
                </a:solidFill>
                <a:latin typeface="Calibri" charset="0"/>
                <a:ea typeface="ＭＳ Ｐゴシック" charset="0"/>
                <a:cs typeface="ＭＳ Ｐゴシック" charset="0"/>
              </a:defRPr>
            </a:lvl1pPr>
            <a:lvl2pPr>
              <a:defRPr>
                <a:solidFill>
                  <a:schemeClr val="tx1"/>
                </a:solidFill>
                <a:latin typeface="Calibri" charset="0"/>
                <a:ea typeface="ＭＳ Ｐゴシック" charset="0"/>
              </a:defRPr>
            </a:lvl2pPr>
            <a:lvl3pPr marL="1143000" indent="-228600">
              <a:defRPr>
                <a:solidFill>
                  <a:schemeClr val="tx1"/>
                </a:solidFill>
                <a:latin typeface="Calibri" charset="0"/>
                <a:ea typeface="ＭＳ Ｐゴシック" charset="0"/>
              </a:defRPr>
            </a:lvl3pPr>
            <a:lvl4pPr marL="1600200" indent="-228600">
              <a:defRPr>
                <a:solidFill>
                  <a:schemeClr val="tx1"/>
                </a:solidFill>
                <a:latin typeface="Calibri" charset="0"/>
                <a:ea typeface="ＭＳ Ｐゴシック" charset="0"/>
              </a:defRPr>
            </a:lvl4pPr>
            <a:lvl5pPr marL="2057400" indent="-228600">
              <a:defRPr>
                <a:solidFill>
                  <a:schemeClr val="tx1"/>
                </a:solidFill>
                <a:latin typeface="Calibri" charset="0"/>
                <a:ea typeface="ＭＳ Ｐゴシック" charset="0"/>
              </a:defRPr>
            </a:lvl5pPr>
            <a:lvl6pPr marL="2514600" indent="-228600" eaLnBrk="0" fontAlgn="base" hangingPunct="0">
              <a:spcBef>
                <a:spcPct val="0"/>
              </a:spcBef>
              <a:spcAft>
                <a:spcPct val="0"/>
              </a:spcAft>
              <a:defRPr>
                <a:solidFill>
                  <a:schemeClr val="tx1"/>
                </a:solidFill>
                <a:latin typeface="Calibri" charset="0"/>
                <a:ea typeface="ＭＳ Ｐゴシック" charset="0"/>
              </a:defRPr>
            </a:lvl6pPr>
            <a:lvl7pPr marL="2971800" indent="-228600" eaLnBrk="0" fontAlgn="base" hangingPunct="0">
              <a:spcBef>
                <a:spcPct val="0"/>
              </a:spcBef>
              <a:spcAft>
                <a:spcPct val="0"/>
              </a:spcAft>
              <a:defRPr>
                <a:solidFill>
                  <a:schemeClr val="tx1"/>
                </a:solidFill>
                <a:latin typeface="Calibri" charset="0"/>
                <a:ea typeface="ＭＳ Ｐゴシック" charset="0"/>
              </a:defRPr>
            </a:lvl7pPr>
            <a:lvl8pPr marL="3429000" indent="-228600" eaLnBrk="0" fontAlgn="base" hangingPunct="0">
              <a:spcBef>
                <a:spcPct val="0"/>
              </a:spcBef>
              <a:spcAft>
                <a:spcPct val="0"/>
              </a:spcAft>
              <a:defRPr>
                <a:solidFill>
                  <a:schemeClr val="tx1"/>
                </a:solidFill>
                <a:latin typeface="Calibri" charset="0"/>
                <a:ea typeface="ＭＳ Ｐゴシック" charset="0"/>
              </a:defRPr>
            </a:lvl8pPr>
            <a:lvl9pPr marL="3886200" indent="-228600" eaLnBrk="0" fontAlgn="base" hangingPunct="0">
              <a:spcBef>
                <a:spcPct val="0"/>
              </a:spcBef>
              <a:spcAft>
                <a:spcPct val="0"/>
              </a:spcAft>
              <a:defRPr>
                <a:solidFill>
                  <a:schemeClr val="tx1"/>
                </a:solidFill>
                <a:latin typeface="Calibri" charset="0"/>
                <a:ea typeface="ＭＳ Ｐゴシック" charset="0"/>
              </a:defRPr>
            </a:lvl9pPr>
          </a:lstStyle>
          <a:p>
            <a:pPr lvl="1" algn="r" eaLnBrk="1" hangingPunct="1">
              <a:lnSpc>
                <a:spcPct val="104000"/>
              </a:lnSpc>
              <a:buFont typeface="Arial" charset="0"/>
              <a:buNone/>
              <a:defRPr/>
            </a:pPr>
            <a:endParaRPr lang="en-GB" sz="1600">
              <a:solidFill>
                <a:schemeClr val="bg1"/>
              </a:solidFill>
              <a:cs typeface="ＭＳ Ｐゴシック" charset="0"/>
            </a:endParaRPr>
          </a:p>
        </p:txBody>
      </p:sp>
      <p:sp>
        <p:nvSpPr>
          <p:cNvPr id="16" name="Text Placeholder 28">
            <a:extLst>
              <a:ext uri="{FF2B5EF4-FFF2-40B4-BE49-F238E27FC236}">
                <a16:creationId xmlns:a16="http://schemas.microsoft.com/office/drawing/2014/main" id="{CBA493B4-A47A-AF4F-8961-DFC7E525A748}"/>
              </a:ext>
            </a:extLst>
          </p:cNvPr>
          <p:cNvSpPr>
            <a:spLocks noGrp="1"/>
          </p:cNvSpPr>
          <p:nvPr>
            <p:ph type="body" sz="quarter" idx="12" hasCustomPrompt="1"/>
          </p:nvPr>
        </p:nvSpPr>
        <p:spPr>
          <a:xfrm>
            <a:off x="6941131" y="5770761"/>
            <a:ext cx="4264272" cy="295077"/>
          </a:xfrm>
        </p:spPr>
        <p:txBody>
          <a:bodyPr anchor="t"/>
          <a:lstStyle>
            <a:lvl1pPr marL="0" indent="0" algn="r">
              <a:spcAft>
                <a:spcPts val="600"/>
              </a:spcAft>
              <a:buFontTx/>
              <a:buNone/>
              <a:defRPr sz="2000">
                <a:solidFill>
                  <a:schemeClr val="bg1"/>
                </a:solidFill>
              </a:defRPr>
            </a:lvl1pPr>
          </a:lstStyle>
          <a:p>
            <a:pPr lvl="0"/>
            <a:r>
              <a:rPr lang="en-US"/>
              <a:t>Author Name</a:t>
            </a:r>
          </a:p>
        </p:txBody>
      </p:sp>
      <p:sp>
        <p:nvSpPr>
          <p:cNvPr id="17" name="Text Placeholder 28">
            <a:extLst>
              <a:ext uri="{FF2B5EF4-FFF2-40B4-BE49-F238E27FC236}">
                <a16:creationId xmlns:a16="http://schemas.microsoft.com/office/drawing/2014/main" id="{CE333105-CFBC-7646-89A1-C700547214C0}"/>
              </a:ext>
            </a:extLst>
          </p:cNvPr>
          <p:cNvSpPr>
            <a:spLocks noGrp="1"/>
          </p:cNvSpPr>
          <p:nvPr>
            <p:ph type="body" sz="quarter" idx="13" hasCustomPrompt="1"/>
          </p:nvPr>
        </p:nvSpPr>
        <p:spPr>
          <a:xfrm>
            <a:off x="6941131" y="6080641"/>
            <a:ext cx="4264272" cy="301109"/>
          </a:xfrm>
        </p:spPr>
        <p:txBody>
          <a:bodyPr anchor="t"/>
          <a:lstStyle>
            <a:lvl1pPr marL="0" indent="0" algn="r">
              <a:spcAft>
                <a:spcPts val="600"/>
              </a:spcAft>
              <a:buFontTx/>
              <a:buNone/>
              <a:defRPr sz="2000">
                <a:solidFill>
                  <a:schemeClr val="bg1"/>
                </a:solidFill>
              </a:defRPr>
            </a:lvl1pPr>
          </a:lstStyle>
          <a:p>
            <a:pPr lvl="0"/>
            <a:r>
              <a:rPr lang="en-US"/>
              <a:t>Date</a:t>
            </a:r>
          </a:p>
        </p:txBody>
      </p:sp>
      <p:sp>
        <p:nvSpPr>
          <p:cNvPr id="18" name="Title 1">
            <a:extLst>
              <a:ext uri="{FF2B5EF4-FFF2-40B4-BE49-F238E27FC236}">
                <a16:creationId xmlns:a16="http://schemas.microsoft.com/office/drawing/2014/main" id="{B82DC592-EAC9-634F-9EE1-EDC89A262412}"/>
              </a:ext>
            </a:extLst>
          </p:cNvPr>
          <p:cNvSpPr>
            <a:spLocks noGrp="1"/>
          </p:cNvSpPr>
          <p:nvPr>
            <p:ph type="title" hasCustomPrompt="1"/>
          </p:nvPr>
        </p:nvSpPr>
        <p:spPr>
          <a:xfrm>
            <a:off x="5016499" y="1207042"/>
            <a:ext cx="6192840" cy="2574186"/>
          </a:xfrm>
        </p:spPr>
        <p:txBody>
          <a:bodyPr anchor="t" anchorCtr="0"/>
          <a:lstStyle>
            <a:lvl1pPr algn="r">
              <a:lnSpc>
                <a:spcPct val="85000"/>
              </a:lnSpc>
              <a:defRPr sz="5000" b="0" spc="-100" baseline="0">
                <a:solidFill>
                  <a:schemeClr val="bg1"/>
                </a:solidFill>
              </a:defRPr>
            </a:lvl1pPr>
          </a:lstStyle>
          <a:p>
            <a:r>
              <a:rPr lang="en-US"/>
              <a:t>Click to Edit </a:t>
            </a:r>
            <a:br>
              <a:rPr lang="en-US"/>
            </a:br>
            <a:r>
              <a:rPr lang="en-US"/>
              <a:t>Master Title Style</a:t>
            </a:r>
            <a:br>
              <a:rPr lang="en-US"/>
            </a:br>
            <a:r>
              <a:rPr lang="en-US"/>
              <a:t>Line 3</a:t>
            </a:r>
            <a:br>
              <a:rPr lang="en-US"/>
            </a:br>
            <a:r>
              <a:rPr lang="en-US"/>
              <a:t>Line 4</a:t>
            </a:r>
          </a:p>
        </p:txBody>
      </p:sp>
      <p:sp>
        <p:nvSpPr>
          <p:cNvPr id="19" name="Text Placeholder 3">
            <a:extLst>
              <a:ext uri="{FF2B5EF4-FFF2-40B4-BE49-F238E27FC236}">
                <a16:creationId xmlns:a16="http://schemas.microsoft.com/office/drawing/2014/main" id="{767D5806-7916-AE44-A8CA-0060927C5E56}"/>
              </a:ext>
            </a:extLst>
          </p:cNvPr>
          <p:cNvSpPr>
            <a:spLocks noGrp="1"/>
          </p:cNvSpPr>
          <p:nvPr>
            <p:ph type="body" sz="quarter" idx="14"/>
          </p:nvPr>
        </p:nvSpPr>
        <p:spPr>
          <a:xfrm>
            <a:off x="5016499" y="788740"/>
            <a:ext cx="6192839" cy="289871"/>
          </a:xfrm>
        </p:spPr>
        <p:txBody>
          <a:bodyPr/>
          <a:lstStyle>
            <a:lvl1pPr marL="0" indent="0" algn="r">
              <a:buNone/>
              <a:defRPr sz="2400" baseline="0">
                <a:solidFill>
                  <a:schemeClr val="bg1"/>
                </a:solidFill>
              </a:defRPr>
            </a:lvl1pPr>
          </a:lstStyle>
          <a:p>
            <a:pPr lvl="0"/>
            <a:r>
              <a:rPr lang="en-US"/>
              <a:t>Click to edit Master text styles</a:t>
            </a:r>
          </a:p>
        </p:txBody>
      </p:sp>
      <p:sp>
        <p:nvSpPr>
          <p:cNvPr id="20" name="Subtitle 2">
            <a:extLst>
              <a:ext uri="{FF2B5EF4-FFF2-40B4-BE49-F238E27FC236}">
                <a16:creationId xmlns:a16="http://schemas.microsoft.com/office/drawing/2014/main" id="{200936EE-7EE0-D441-851D-618ACC029F66}"/>
              </a:ext>
            </a:extLst>
          </p:cNvPr>
          <p:cNvSpPr>
            <a:spLocks noGrp="1"/>
          </p:cNvSpPr>
          <p:nvPr>
            <p:ph type="subTitle" idx="1"/>
          </p:nvPr>
        </p:nvSpPr>
        <p:spPr>
          <a:xfrm>
            <a:off x="5016498" y="3973626"/>
            <a:ext cx="6192840" cy="702444"/>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a:p>
        </p:txBody>
      </p:sp>
      <p:pic>
        <p:nvPicPr>
          <p:cNvPr id="15" name="Picture 14" descr="A picture containing building, drawing&#10;&#10;Description automatically generated">
            <a:extLst>
              <a:ext uri="{FF2B5EF4-FFF2-40B4-BE49-F238E27FC236}">
                <a16:creationId xmlns:a16="http://schemas.microsoft.com/office/drawing/2014/main" id="{3DE2A1EC-11A7-6C45-AE97-813BACFCF8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13" name="TextBox 20">
            <a:extLst>
              <a:ext uri="{FF2B5EF4-FFF2-40B4-BE49-F238E27FC236}">
                <a16:creationId xmlns:a16="http://schemas.microsoft.com/office/drawing/2014/main" id="{3292D234-E25F-7F41-ABB8-C75FCF5CD524}"/>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a:solidFill>
                  <a:schemeClr val="bg2"/>
                </a:solidFill>
              </a:rPr>
              <a:t>© 2021 Arm</a:t>
            </a:r>
            <a:endParaRPr lang="en-US" altLang="en-US" sz="1000">
              <a:solidFill>
                <a:schemeClr val="bg2"/>
              </a:solidFill>
            </a:endParaRPr>
          </a:p>
        </p:txBody>
      </p:sp>
    </p:spTree>
    <p:extLst>
      <p:ext uri="{BB962C8B-B14F-4D97-AF65-F5344CB8AC3E}">
        <p14:creationId xmlns:p14="http://schemas.microsoft.com/office/powerpoint/2010/main" val="2409490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0_Title Slide">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3223CC0-C7A1-BC40-9A1F-09EBC27A25E6}"/>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Title 1">
            <a:extLst>
              <a:ext uri="{FF2B5EF4-FFF2-40B4-BE49-F238E27FC236}">
                <a16:creationId xmlns:a16="http://schemas.microsoft.com/office/drawing/2014/main" id="{A0CD7DAB-58BC-C442-ABC0-6D7414DFC22E}"/>
              </a:ext>
            </a:extLst>
          </p:cNvPr>
          <p:cNvSpPr>
            <a:spLocks noGrp="1"/>
          </p:cNvSpPr>
          <p:nvPr>
            <p:ph type="title" hasCustomPrompt="1"/>
          </p:nvPr>
        </p:nvSpPr>
        <p:spPr>
          <a:xfrm>
            <a:off x="5016499" y="1207042"/>
            <a:ext cx="6192840" cy="2574186"/>
          </a:xfrm>
        </p:spPr>
        <p:txBody>
          <a:bodyPr anchor="t" anchorCtr="0"/>
          <a:lstStyle>
            <a:lvl1pPr algn="r">
              <a:lnSpc>
                <a:spcPct val="85000"/>
              </a:lnSpc>
              <a:defRPr sz="5000" b="0" spc="-100" baseline="0">
                <a:solidFill>
                  <a:schemeClr val="bg1"/>
                </a:solidFill>
              </a:defRPr>
            </a:lvl1pPr>
          </a:lstStyle>
          <a:p>
            <a:r>
              <a:rPr lang="en-US"/>
              <a:t>Click to Edit </a:t>
            </a:r>
            <a:br>
              <a:rPr lang="en-US"/>
            </a:br>
            <a:r>
              <a:rPr lang="en-US"/>
              <a:t>Divider Page Title</a:t>
            </a:r>
            <a:br>
              <a:rPr lang="en-US"/>
            </a:br>
            <a:r>
              <a:rPr lang="en-US"/>
              <a:t>Line 3</a:t>
            </a:r>
            <a:br>
              <a:rPr lang="en-US"/>
            </a:br>
            <a:r>
              <a:rPr lang="en-US"/>
              <a:t>Line 4</a:t>
            </a:r>
          </a:p>
        </p:txBody>
      </p:sp>
      <p:sp>
        <p:nvSpPr>
          <p:cNvPr id="7" name="Subtitle 2">
            <a:extLst>
              <a:ext uri="{FF2B5EF4-FFF2-40B4-BE49-F238E27FC236}">
                <a16:creationId xmlns:a16="http://schemas.microsoft.com/office/drawing/2014/main" id="{9CDE2EBD-0FA3-D24B-AC33-4F98A57EE244}"/>
              </a:ext>
            </a:extLst>
          </p:cNvPr>
          <p:cNvSpPr>
            <a:spLocks noGrp="1"/>
          </p:cNvSpPr>
          <p:nvPr>
            <p:ph type="subTitle" idx="1"/>
          </p:nvPr>
        </p:nvSpPr>
        <p:spPr>
          <a:xfrm>
            <a:off x="5016498" y="3973626"/>
            <a:ext cx="6192840" cy="702444"/>
          </a:xfrm>
        </p:spPr>
        <p:txBody>
          <a:bodyPr/>
          <a:lstStyle>
            <a:lvl1pPr marL="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2400">
                <a:solidFill>
                  <a:schemeClr val="bg1"/>
                </a:solidFill>
              </a:defRPr>
            </a:lvl1pPr>
            <a:lvl2pPr marL="457200" marR="0" indent="0" algn="r" defTabSz="914400" rtl="0" eaLnBrk="1" fontAlgn="auto" latinLnBrk="0" hangingPunct="1">
              <a:lnSpc>
                <a:spcPct val="104000"/>
              </a:lnSpc>
              <a:spcBef>
                <a:spcPts val="0"/>
              </a:spcBef>
              <a:spcAft>
                <a:spcPts val="600"/>
              </a:spcAft>
              <a:buClrTx/>
              <a:buSzTx/>
              <a:buFont typeface="Arial" panose="020B0604020202020204" pitchFamily="34" charset="0"/>
              <a:buNone/>
              <a:tabLst/>
              <a:defRPr sz="1600">
                <a:solidFill>
                  <a:schemeClr val="tx1">
                    <a:lumMod val="50000"/>
                    <a:lumOff val="50000"/>
                  </a:schemeClr>
                </a:solidFill>
              </a:defRPr>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a:t>Click to edit Master subtitle style</a:t>
            </a:r>
            <a:endParaRPr lang="en-GB"/>
          </a:p>
        </p:txBody>
      </p:sp>
      <p:pic>
        <p:nvPicPr>
          <p:cNvPr id="11" name="Picture 10" descr="A picture containing building, drawing&#10;&#10;Description automatically generated">
            <a:extLst>
              <a:ext uri="{FF2B5EF4-FFF2-40B4-BE49-F238E27FC236}">
                <a16:creationId xmlns:a16="http://schemas.microsoft.com/office/drawing/2014/main" id="{FF51B5E8-1A64-CC4C-8297-18A3B49396CB}"/>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10" name="TextBox 20">
            <a:extLst>
              <a:ext uri="{FF2B5EF4-FFF2-40B4-BE49-F238E27FC236}">
                <a16:creationId xmlns:a16="http://schemas.microsoft.com/office/drawing/2014/main" id="{CF3F483E-C28F-8C43-8AF4-54DEBAF1D61F}"/>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Tree>
    <p:extLst>
      <p:ext uri="{BB962C8B-B14F-4D97-AF65-F5344CB8AC3E}">
        <p14:creationId xmlns:p14="http://schemas.microsoft.com/office/powerpoint/2010/main" val="1313727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column slid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6250"/>
            <a:ext cx="11233150" cy="654760"/>
          </a:xfrm>
        </p:spPr>
        <p:txBody>
          <a:bodyPr anchor="t"/>
          <a:lstStyle>
            <a:lvl1pPr>
              <a:defRPr b="0"/>
            </a:lvl1pPr>
          </a:lstStyle>
          <a:p>
            <a:r>
              <a:rPr lang="en-US"/>
              <a:t>Click to Edit Master Title Style</a:t>
            </a:r>
          </a:p>
        </p:txBody>
      </p:sp>
      <p:sp>
        <p:nvSpPr>
          <p:cNvPr id="4" name="Text Placeholder 2"/>
          <p:cNvSpPr>
            <a:spLocks noGrp="1"/>
          </p:cNvSpPr>
          <p:nvPr>
            <p:ph idx="1" hasCustomPrompt="1"/>
          </p:nvPr>
        </p:nvSpPr>
        <p:spPr>
          <a:xfrm>
            <a:off x="479425" y="1171111"/>
            <a:ext cx="11233150" cy="4948335"/>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marL="672783">
              <a:lnSpc>
                <a:spcPct val="100000"/>
              </a:lnSpc>
              <a:spcAft>
                <a:spcPts val="0"/>
              </a:spcAft>
              <a:defRPr sz="2000">
                <a:solidFill>
                  <a:schemeClr val="tx2"/>
                </a:solidFill>
              </a:defRPr>
            </a:lvl2pPr>
            <a:lvl3pPr marL="947103">
              <a:lnSpc>
                <a:spcPct val="100000"/>
              </a:lnSpc>
              <a:spcAft>
                <a:spcPts val="0"/>
              </a:spcAft>
              <a:defRPr sz="1800">
                <a:solidFill>
                  <a:schemeClr val="tx2"/>
                </a:solidFill>
              </a:defRPr>
            </a:lvl3pPr>
            <a:lvl4pPr marL="1293178">
              <a:lnSpc>
                <a:spcPct val="100000"/>
              </a:lnSpc>
              <a:spcAft>
                <a:spcPts val="0"/>
              </a:spcAft>
              <a:defRPr sz="1800">
                <a:solidFill>
                  <a:schemeClr val="tx2"/>
                </a:solidFill>
              </a:defRPr>
            </a:lvl4pPr>
            <a:lvl5pPr marL="1518603">
              <a:lnSpc>
                <a:spcPct val="100000"/>
              </a:lnSpc>
              <a:spcAft>
                <a:spcPts val="0"/>
              </a:spcAft>
              <a:defRPr sz="1800">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noProof="0"/>
              <a:t>Click to edit Master text styles with Top Level Bullet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113250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column slide w/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nchor="t"/>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554489"/>
            <a:ext cx="11233150" cy="455323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chemeClr val="tx2"/>
                </a:solidFill>
              </a:defRPr>
            </a:lvl1pPr>
            <a:lvl2pPr>
              <a:lnSpc>
                <a:spcPct val="100000"/>
              </a:lnSpc>
              <a:spcAft>
                <a:spcPts val="0"/>
              </a:spcAft>
              <a:buClr>
                <a:schemeClr val="accent1"/>
              </a:buClr>
              <a:defRPr sz="2000">
                <a:solidFill>
                  <a:schemeClr val="tx2"/>
                </a:solidFill>
              </a:defRPr>
            </a:lvl2pPr>
            <a:lvl3pPr>
              <a:lnSpc>
                <a:spcPct val="100000"/>
              </a:lnSpc>
              <a:spcAft>
                <a:spcPts val="0"/>
              </a:spcAft>
              <a:buClr>
                <a:schemeClr val="accent1"/>
              </a:buClr>
              <a:defRPr>
                <a:solidFill>
                  <a:schemeClr val="tx2"/>
                </a:solidFill>
              </a:defRPr>
            </a:lvl3pPr>
            <a:lvl4pPr>
              <a:lnSpc>
                <a:spcPct val="100000"/>
              </a:lnSpc>
              <a:spcAft>
                <a:spcPts val="0"/>
              </a:spcAft>
              <a:buClr>
                <a:schemeClr val="accent1"/>
              </a:buClr>
              <a:defRPr>
                <a:solidFill>
                  <a:schemeClr val="tx2"/>
                </a:solidFill>
              </a:defRPr>
            </a:lvl4pPr>
            <a:lvl5pPr>
              <a:lnSpc>
                <a:spcPct val="100000"/>
              </a:lnSpc>
              <a:spcAft>
                <a:spcPts val="0"/>
              </a:spcAft>
              <a:buClr>
                <a:schemeClr val="accent1"/>
              </a:buCl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7750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3E00537-4172-4053-A616-87E429C679AC}"/>
              </a:ext>
            </a:extLst>
          </p:cNvPr>
          <p:cNvCxnSpPr>
            <a:cxnSpLocks/>
          </p:cNvCxnSpPr>
          <p:nvPr userDrawn="1"/>
        </p:nvCxnSpPr>
        <p:spPr>
          <a:xfrm>
            <a:off x="6096000" y="1620481"/>
            <a:ext cx="0" cy="451520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p:ph type="body" sz="quarter" idx="13" hasCustomPrompt="1"/>
          </p:nvPr>
        </p:nvSpPr>
        <p:spPr>
          <a:xfrm>
            <a:off x="479425" y="991131"/>
            <a:ext cx="11233150" cy="359204"/>
          </a:xfrm>
        </p:spPr>
        <p:txBody>
          <a:bodyPr anchor="t"/>
          <a:lstStyle>
            <a:lvl1pPr marL="0" indent="0">
              <a:spcAft>
                <a:spcPts val="0"/>
              </a:spcAft>
              <a:buNone/>
              <a:defRPr sz="2400">
                <a:solidFill>
                  <a:schemeClr val="accent6"/>
                </a:solidFill>
              </a:defRPr>
            </a:lvl1pPr>
          </a:lstStyle>
          <a:p>
            <a:pPr lvl="0"/>
            <a:r>
              <a:rPr lang="en-US"/>
              <a:t>Click to edit Master text styles</a:t>
            </a:r>
          </a:p>
        </p:txBody>
      </p:sp>
      <p:sp>
        <p:nvSpPr>
          <p:cNvPr id="9" name="Text Placeholder 131"/>
          <p:cNvSpPr>
            <a:spLocks noGrp="1"/>
          </p:cNvSpPr>
          <p:nvPr>
            <p:ph type="body" sz="quarter" idx="16" hasCustomPrompt="1"/>
          </p:nvPr>
        </p:nvSpPr>
        <p:spPr>
          <a:xfrm>
            <a:off x="479425" y="1620481"/>
            <a:ext cx="53456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 name="Content Placeholder 3"/>
          <p:cNvSpPr>
            <a:spLocks noGrp="1"/>
          </p:cNvSpPr>
          <p:nvPr>
            <p:ph sz="quarter" idx="19"/>
          </p:nvPr>
        </p:nvSpPr>
        <p:spPr>
          <a:xfrm>
            <a:off x="477587" y="2202443"/>
            <a:ext cx="5347480" cy="3933245"/>
          </a:xfrm>
        </p:spPr>
        <p:txBody>
          <a:bodyPr/>
          <a:lstStyle>
            <a:lvl1pPr marL="342900" indent="-342900" algn="just">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131"/>
          <p:cNvSpPr>
            <a:spLocks noGrp="1"/>
          </p:cNvSpPr>
          <p:nvPr>
            <p:ph type="body" sz="quarter" idx="18" hasCustomPrompt="1"/>
          </p:nvPr>
        </p:nvSpPr>
        <p:spPr>
          <a:xfrm>
            <a:off x="6341534" y="1620481"/>
            <a:ext cx="5371042"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12" name="Content Placeholder 3"/>
          <p:cNvSpPr>
            <a:spLocks noGrp="1"/>
          </p:cNvSpPr>
          <p:nvPr>
            <p:ph sz="quarter" idx="21" hasCustomPrompt="1"/>
          </p:nvPr>
        </p:nvSpPr>
        <p:spPr>
          <a:xfrm>
            <a:off x="6339947" y="2202442"/>
            <a:ext cx="5372628" cy="3933246"/>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marL="947103">
              <a:lnSpc>
                <a:spcPct val="100000"/>
              </a:lnSpc>
              <a:spcAft>
                <a:spcPts val="0"/>
              </a:spcAft>
              <a:buClr>
                <a:schemeClr val="accent1"/>
              </a:buClr>
              <a:defRPr>
                <a:solidFill>
                  <a:srgbClr val="333E48"/>
                </a:solidFill>
              </a:defRPr>
            </a:lvl3pPr>
            <a:lvl4pPr marL="1293178" indent="-173038">
              <a:lnSpc>
                <a:spcPct val="100000"/>
              </a:lnSpc>
              <a:spcAft>
                <a:spcPts val="0"/>
              </a:spcAft>
              <a:buClr>
                <a:schemeClr val="accent1"/>
              </a:buClr>
              <a:buFont typeface="Arial" charset="0"/>
              <a:buChar char="•"/>
              <a:defRPr>
                <a:solidFill>
                  <a:srgbClr val="333E48"/>
                </a:solidFill>
              </a:defRPr>
            </a:lvl4pPr>
            <a:lvl5pPr marL="1518603">
              <a:lnSpc>
                <a:spcPct val="100000"/>
              </a:lnSpc>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26211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slide ">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E9795D2F-D322-4144-8DA8-55D6A2942740}"/>
              </a:ext>
            </a:extLst>
          </p:cNvPr>
          <p:cNvCxnSpPr>
            <a:cxnSpLocks/>
          </p:cNvCxnSpPr>
          <p:nvPr userDrawn="1"/>
        </p:nvCxnSpPr>
        <p:spPr bwMode="auto">
          <a:xfrm>
            <a:off x="4148138"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B4D2EAD-40A5-4C0B-900F-916EB19FF748}"/>
              </a:ext>
            </a:extLst>
          </p:cNvPr>
          <p:cNvCxnSpPr>
            <a:cxnSpLocks/>
          </p:cNvCxnSpPr>
          <p:nvPr userDrawn="1"/>
        </p:nvCxnSpPr>
        <p:spPr bwMode="auto">
          <a:xfrm>
            <a:off x="8051800" y="1611050"/>
            <a:ext cx="0" cy="4448438"/>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userDrawn="1">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userDrawn="1">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7" name="Text Placeholder 2"/>
          <p:cNvSpPr>
            <a:spLocks noGrp="1"/>
          </p:cNvSpPr>
          <p:nvPr userDrawn="1">
            <p:ph idx="1"/>
          </p:nvPr>
        </p:nvSpPr>
        <p:spPr>
          <a:xfrm>
            <a:off x="479426" y="2373786"/>
            <a:ext cx="3372644"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defRPr>
                <a:solidFill>
                  <a:srgbClr val="383838"/>
                </a:solidFill>
              </a:defRPr>
            </a:lvl3pPr>
            <a:lvl4pPr>
              <a:defRPr>
                <a:solidFill>
                  <a:srgbClr val="383838"/>
                </a:solidFill>
              </a:defRPr>
            </a:lvl4pPr>
            <a:lvl5pPr>
              <a:defRPr>
                <a:solidFill>
                  <a:srgbClr val="383838"/>
                </a:solidFill>
              </a:defRPr>
            </a:lvl5pPr>
          </a:lstStyle>
          <a:p>
            <a:pPr lvl="0"/>
            <a:r>
              <a:rPr lang="en-US"/>
              <a:t>Click to edit Master text styles</a:t>
            </a:r>
          </a:p>
          <a:p>
            <a:pPr lvl="1"/>
            <a:r>
              <a:rPr lang="en-US"/>
              <a:t>Second level</a:t>
            </a:r>
          </a:p>
        </p:txBody>
      </p:sp>
      <p:sp>
        <p:nvSpPr>
          <p:cNvPr id="100" name="Text Placeholder 131"/>
          <p:cNvSpPr>
            <a:spLocks noGrp="1"/>
          </p:cNvSpPr>
          <p:nvPr userDrawn="1">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13" name="Text Placeholder 2"/>
          <p:cNvSpPr>
            <a:spLocks noGrp="1"/>
          </p:cNvSpPr>
          <p:nvPr userDrawn="1">
            <p:ph idx="17"/>
          </p:nvPr>
        </p:nvSpPr>
        <p:spPr>
          <a:xfrm>
            <a:off x="4416359" y="2373786"/>
            <a:ext cx="3359281"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4" name="Text Placeholder 2"/>
          <p:cNvSpPr>
            <a:spLocks noGrp="1"/>
          </p:cNvSpPr>
          <p:nvPr userDrawn="1">
            <p:ph idx="18"/>
          </p:nvPr>
        </p:nvSpPr>
        <p:spPr>
          <a:xfrm>
            <a:off x="8300113" y="2373786"/>
            <a:ext cx="3412462" cy="3685702"/>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stStyle>
          <a:p>
            <a:pPr lvl="0"/>
            <a:r>
              <a:rPr lang="en-US"/>
              <a:t>Click to edit Master text styles</a:t>
            </a:r>
          </a:p>
          <a:p>
            <a:pPr lvl="1"/>
            <a:r>
              <a:rPr lang="en-US"/>
              <a:t>Second level</a:t>
            </a:r>
          </a:p>
        </p:txBody>
      </p:sp>
      <p:sp>
        <p:nvSpPr>
          <p:cNvPr id="15" name="Text Placeholder 131"/>
          <p:cNvSpPr>
            <a:spLocks noGrp="1"/>
          </p:cNvSpPr>
          <p:nvPr userDrawn="1">
            <p:ph type="body" sz="quarter" idx="19" hasCustomPrompt="1"/>
          </p:nvPr>
        </p:nvSpPr>
        <p:spPr>
          <a:xfrm>
            <a:off x="4419997"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16" name="Text Placeholder 131"/>
          <p:cNvSpPr>
            <a:spLocks noGrp="1"/>
          </p:cNvSpPr>
          <p:nvPr userDrawn="1">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Tree>
    <p:extLst>
      <p:ext uri="{BB962C8B-B14F-4D97-AF65-F5344CB8AC3E}">
        <p14:creationId xmlns:p14="http://schemas.microsoft.com/office/powerpoint/2010/main" val="1200007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 column slide with image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9" name="Content Placeholder 8"/>
          <p:cNvSpPr>
            <a:spLocks noGrp="1"/>
          </p:cNvSpPr>
          <p:nvPr>
            <p:ph sz="quarter" idx="21"/>
          </p:nvPr>
        </p:nvSpPr>
        <p:spPr>
          <a:xfrm>
            <a:off x="8299119" y="2372564"/>
            <a:ext cx="3413455"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grpSp>
        <p:nvGrpSpPr>
          <p:cNvPr id="36" name="Group 6">
            <a:extLst>
              <a:ext uri="{FF2B5EF4-FFF2-40B4-BE49-F238E27FC236}">
                <a16:creationId xmlns:a16="http://schemas.microsoft.com/office/drawing/2014/main" id="{CCE81F77-7204-0241-970A-63C43B1D7B80}"/>
              </a:ext>
            </a:extLst>
          </p:cNvPr>
          <p:cNvGrpSpPr>
            <a:grpSpLocks/>
          </p:cNvGrpSpPr>
          <p:nvPr userDrawn="1"/>
        </p:nvGrpSpPr>
        <p:grpSpPr bwMode="auto">
          <a:xfrm>
            <a:off x="4148138" y="1611050"/>
            <a:ext cx="3903662" cy="4448438"/>
            <a:chOff x="3706307" y="1883391"/>
            <a:chExt cx="3803176" cy="4472959"/>
          </a:xfrm>
        </p:grpSpPr>
        <p:cxnSp>
          <p:nvCxnSpPr>
            <p:cNvPr id="37" name="Straight Connector 36">
              <a:extLst>
                <a:ext uri="{FF2B5EF4-FFF2-40B4-BE49-F238E27FC236}">
                  <a16:creationId xmlns:a16="http://schemas.microsoft.com/office/drawing/2014/main" id="{7266E339-1F3B-8E41-B64F-AA6A42EDF799}"/>
                </a:ext>
              </a:extLst>
            </p:cNvPr>
            <p:cNvCxnSpPr>
              <a:cxnSpLocks/>
            </p:cNvCxnSpPr>
            <p:nvPr userDrawn="1"/>
          </p:nvCxnSpPr>
          <p:spPr>
            <a:xfrm>
              <a:off x="3706307"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22B3030-62BD-3440-A850-5C6E7CCDD54A}"/>
                </a:ext>
              </a:extLst>
            </p:cNvPr>
            <p:cNvCxnSpPr>
              <a:cxnSpLocks/>
            </p:cNvCxnSpPr>
            <p:nvPr userDrawn="1"/>
          </p:nvCxnSpPr>
          <p:spPr>
            <a:xfrm>
              <a:off x="7509483" y="1883391"/>
              <a:ext cx="0" cy="4472959"/>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40" name="Text Placeholder 131">
            <a:extLst>
              <a:ext uri="{FF2B5EF4-FFF2-40B4-BE49-F238E27FC236}">
                <a16:creationId xmlns:a16="http://schemas.microsoft.com/office/drawing/2014/main" id="{B54BFFD1-D378-D841-B5DD-88788B48D029}"/>
              </a:ext>
            </a:extLst>
          </p:cNvPr>
          <p:cNvSpPr>
            <a:spLocks noGrp="1"/>
          </p:cNvSpPr>
          <p:nvPr>
            <p:ph type="body" sz="quarter" idx="16" hasCustomPrompt="1"/>
          </p:nvPr>
        </p:nvSpPr>
        <p:spPr>
          <a:xfrm>
            <a:off x="479425" y="1611050"/>
            <a:ext cx="33726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3" name="Text Placeholder 131">
            <a:extLst>
              <a:ext uri="{FF2B5EF4-FFF2-40B4-BE49-F238E27FC236}">
                <a16:creationId xmlns:a16="http://schemas.microsoft.com/office/drawing/2014/main" id="{E3125198-F65A-8049-9D3E-A6AF258DAEBF}"/>
              </a:ext>
            </a:extLst>
          </p:cNvPr>
          <p:cNvSpPr>
            <a:spLocks noGrp="1"/>
          </p:cNvSpPr>
          <p:nvPr>
            <p:ph type="body" sz="quarter" idx="19" hasCustomPrompt="1"/>
          </p:nvPr>
        </p:nvSpPr>
        <p:spPr>
          <a:xfrm>
            <a:off x="4416192" y="1611050"/>
            <a:ext cx="3359945"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5" name="Text Placeholder 131">
            <a:extLst>
              <a:ext uri="{FF2B5EF4-FFF2-40B4-BE49-F238E27FC236}">
                <a16:creationId xmlns:a16="http://schemas.microsoft.com/office/drawing/2014/main" id="{7C8008EA-19DB-814F-9284-A055A2AB89CD}"/>
              </a:ext>
            </a:extLst>
          </p:cNvPr>
          <p:cNvSpPr>
            <a:spLocks noGrp="1"/>
          </p:cNvSpPr>
          <p:nvPr>
            <p:ph type="body" sz="quarter" idx="20" hasCustomPrompt="1"/>
          </p:nvPr>
        </p:nvSpPr>
        <p:spPr>
          <a:xfrm>
            <a:off x="8299449" y="1611050"/>
            <a:ext cx="3413126" cy="560696"/>
          </a:xfrm>
        </p:spPr>
        <p:txBody>
          <a:bodyPr anchor="t" anchorCtr="0"/>
          <a:lstStyle>
            <a:lvl1pPr marL="0" marR="0" indent="0" algn="l" defTabSz="914400" rtl="0" eaLnBrk="1" fontAlgn="auto" latinLnBrk="0" hangingPunct="1">
              <a:lnSpc>
                <a:spcPct val="90000"/>
              </a:lnSpc>
              <a:spcBef>
                <a:spcPts val="0"/>
              </a:spcBef>
              <a:spcAft>
                <a:spcPts val="600"/>
              </a:spcAft>
              <a:buClr>
                <a:schemeClr val="accent1"/>
              </a:buClr>
              <a:buSzTx/>
              <a:buFont typeface="Arial" panose="020B0604020202020204" pitchFamily="34" charset="0"/>
              <a:buNone/>
              <a:tabLst/>
              <a:defRPr b="0">
                <a:solidFill>
                  <a:schemeClr val="accent1"/>
                </a:solidFill>
              </a:defRPr>
            </a:lvl1pPr>
          </a:lstStyle>
          <a:p>
            <a:pPr lvl="0"/>
            <a:r>
              <a:rPr lang="en-US"/>
              <a:t>Click to edit Master text styles</a:t>
            </a:r>
          </a:p>
        </p:txBody>
      </p:sp>
      <p:sp>
        <p:nvSpPr>
          <p:cNvPr id="46" name="Content Placeholder 8">
            <a:extLst>
              <a:ext uri="{FF2B5EF4-FFF2-40B4-BE49-F238E27FC236}">
                <a16:creationId xmlns:a16="http://schemas.microsoft.com/office/drawing/2014/main" id="{DD4BA2E6-FACA-5C45-B75F-9327959A672A}"/>
              </a:ext>
            </a:extLst>
          </p:cNvPr>
          <p:cNvSpPr>
            <a:spLocks noGrp="1"/>
          </p:cNvSpPr>
          <p:nvPr>
            <p:ph sz="quarter" idx="22"/>
          </p:nvPr>
        </p:nvSpPr>
        <p:spPr>
          <a:xfrm>
            <a:off x="4415863"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47" name="Content Placeholder 8">
            <a:extLst>
              <a:ext uri="{FF2B5EF4-FFF2-40B4-BE49-F238E27FC236}">
                <a16:creationId xmlns:a16="http://schemas.microsoft.com/office/drawing/2014/main" id="{5AB0A5A2-CEF5-6E44-BACF-2C0296FE306B}"/>
              </a:ext>
            </a:extLst>
          </p:cNvPr>
          <p:cNvSpPr>
            <a:spLocks noGrp="1"/>
          </p:cNvSpPr>
          <p:nvPr>
            <p:ph sz="quarter" idx="23"/>
          </p:nvPr>
        </p:nvSpPr>
        <p:spPr>
          <a:xfrm>
            <a:off x="479425" y="2372564"/>
            <a:ext cx="3360274" cy="3686924"/>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marL="581343">
              <a:lnSpc>
                <a:spcPct val="100000"/>
              </a:lnSpc>
              <a:spcAft>
                <a:spcPts val="0"/>
              </a:spcAft>
              <a:buClr>
                <a:schemeClr val="accent1"/>
              </a:buClr>
              <a:defRPr>
                <a:solidFill>
                  <a:srgbClr val="333E48"/>
                </a:solidFill>
              </a:defRPr>
            </a:lvl2pPr>
            <a:lvl3pPr>
              <a:lnSpc>
                <a:spcPct val="100000"/>
              </a:lnSpc>
              <a:spcAft>
                <a:spcPts val="0"/>
              </a:spcAft>
              <a:buClr>
                <a:schemeClr val="accent1"/>
              </a:buClr>
              <a:defRPr>
                <a:solidFill>
                  <a:srgbClr val="333E48"/>
                </a:solidFill>
              </a:defRPr>
            </a:lvl3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37187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l_narrow_wid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505B7A5-C1F7-41D3-815C-A3728D81DBDD}"/>
              </a:ext>
            </a:extLst>
          </p:cNvPr>
          <p:cNvCxnSpPr>
            <a:cxnSpLocks/>
          </p:cNvCxnSpPr>
          <p:nvPr userDrawn="1"/>
        </p:nvCxnSpPr>
        <p:spPr>
          <a:xfrm>
            <a:off x="3255004" y="1631950"/>
            <a:ext cx="0" cy="4440604"/>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dirty="0">
                <a:solidFill>
                  <a:schemeClr val="accent6"/>
                </a:solidFill>
              </a:defRPr>
            </a:lvl1pPr>
          </a:lstStyle>
          <a:p>
            <a:pPr lvl="0"/>
            <a:r>
              <a:rPr lang="en-US"/>
              <a:t>Click to edit Master text styles</a:t>
            </a:r>
          </a:p>
        </p:txBody>
      </p:sp>
      <p:sp>
        <p:nvSpPr>
          <p:cNvPr id="18" name="Text Placeholder 2"/>
          <p:cNvSpPr>
            <a:spLocks noGrp="1"/>
          </p:cNvSpPr>
          <p:nvPr>
            <p:ph idx="1"/>
          </p:nvPr>
        </p:nvSpPr>
        <p:spPr>
          <a:xfrm>
            <a:off x="479425" y="1631111"/>
            <a:ext cx="2619375" cy="4440603"/>
          </a:xfrm>
          <a:prstGeom prst="rect">
            <a:avLst/>
          </a:prstGeo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7" name="Content Placeholder 3"/>
          <p:cNvSpPr>
            <a:spLocks noGrp="1"/>
          </p:cNvSpPr>
          <p:nvPr>
            <p:ph sz="quarter" idx="21"/>
          </p:nvPr>
        </p:nvSpPr>
        <p:spPr>
          <a:xfrm>
            <a:off x="3416035" y="1631111"/>
            <a:ext cx="8296540" cy="4440603"/>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2999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3 column slide ">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0C41881F-8B1A-4F78-926D-54E8F515C458}"/>
              </a:ext>
            </a:extLst>
          </p:cNvPr>
          <p:cNvCxnSpPr>
            <a:cxnSpLocks/>
          </p:cNvCxnSpPr>
          <p:nvPr userDrawn="1"/>
        </p:nvCxnSpPr>
        <p:spPr>
          <a:xfrm>
            <a:off x="8932863" y="1629287"/>
            <a:ext cx="0" cy="4443267"/>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hasCustomPrompt="1"/>
          </p:nvPr>
        </p:nvSpPr>
        <p:spPr>
          <a:xfrm>
            <a:off x="479425" y="478301"/>
            <a:ext cx="11233150" cy="512830"/>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Content Placeholder 5"/>
          <p:cNvSpPr>
            <a:spLocks noGrp="1"/>
          </p:cNvSpPr>
          <p:nvPr>
            <p:ph sz="quarter" idx="15"/>
          </p:nvPr>
        </p:nvSpPr>
        <p:spPr>
          <a:xfrm>
            <a:off x="9037637" y="1629597"/>
            <a:ext cx="2674937" cy="4443488"/>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stStyle>
          <a:p>
            <a:pPr lvl="0"/>
            <a:r>
              <a:rPr lang="en-US"/>
              <a:t>Click to edit Master text styles</a:t>
            </a:r>
          </a:p>
          <a:p>
            <a:pPr lvl="1"/>
            <a:r>
              <a:rPr lang="en-US"/>
              <a:t>Second level</a:t>
            </a:r>
          </a:p>
        </p:txBody>
      </p:sp>
      <p:sp>
        <p:nvSpPr>
          <p:cNvPr id="8" name="Content Placeholder 3"/>
          <p:cNvSpPr>
            <a:spLocks noGrp="1"/>
          </p:cNvSpPr>
          <p:nvPr>
            <p:ph sz="quarter" idx="21"/>
          </p:nvPr>
        </p:nvSpPr>
        <p:spPr>
          <a:xfrm>
            <a:off x="479425" y="1629287"/>
            <a:ext cx="8348664" cy="4443267"/>
          </a:xfrm>
        </p:spPr>
        <p:txBody>
          <a:bodyPr/>
          <a:lstStyle>
            <a:lvl1pPr marL="342900" indent="-342900">
              <a:lnSpc>
                <a:spcPct val="100000"/>
              </a:lnSpc>
              <a:spcBef>
                <a:spcPts val="600"/>
              </a:spcBef>
              <a:spcAft>
                <a:spcPts val="0"/>
              </a:spcAft>
              <a:buClr>
                <a:schemeClr val="accent1"/>
              </a:buClr>
              <a:buFont typeface="Arial" charset="0"/>
              <a:buChar char="•"/>
              <a:defRPr sz="2400">
                <a:solidFill>
                  <a:srgbClr val="333E48"/>
                </a:solidFill>
              </a:defRPr>
            </a:lvl1pPr>
            <a:lvl2pPr marL="581343">
              <a:lnSpc>
                <a:spcPct val="100000"/>
              </a:lnSpc>
              <a:spcAft>
                <a:spcPts val="0"/>
              </a:spcAft>
              <a:buClr>
                <a:schemeClr val="accent1"/>
              </a:buClr>
              <a:defRPr sz="2000">
                <a:solidFill>
                  <a:srgbClr val="333E48"/>
                </a:solidFill>
              </a:defRPr>
            </a:lvl2pPr>
            <a:lvl3pPr marL="947103">
              <a:lnSpc>
                <a:spcPct val="100000"/>
              </a:lnSpc>
              <a:spcAft>
                <a:spcPts val="0"/>
              </a:spcAft>
              <a:buClr>
                <a:schemeClr val="accent1"/>
              </a:buClr>
              <a:defRPr sz="1800">
                <a:solidFill>
                  <a:srgbClr val="333E48"/>
                </a:solidFill>
              </a:defRPr>
            </a:lvl3pPr>
            <a:lvl4pPr marL="1293178" indent="-173038">
              <a:lnSpc>
                <a:spcPct val="100000"/>
              </a:lnSpc>
              <a:spcAft>
                <a:spcPts val="0"/>
              </a:spcAft>
              <a:buClr>
                <a:schemeClr val="accent1"/>
              </a:buClr>
              <a:buFont typeface="Arial" charset="0"/>
              <a:buChar char="•"/>
              <a:defRPr sz="1800">
                <a:solidFill>
                  <a:srgbClr val="333E48"/>
                </a:solidFill>
              </a:defRPr>
            </a:lvl4pPr>
            <a:lvl5pPr marL="1518603">
              <a:lnSpc>
                <a:spcPct val="100000"/>
              </a:lnSpc>
              <a:spcAft>
                <a:spcPts val="0"/>
              </a:spcAft>
              <a:buClr>
                <a:schemeClr val="accent1"/>
              </a:buClr>
              <a:defRPr sz="1800">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5949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umn text with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30"/>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6" name="Picture Placeholder 5"/>
          <p:cNvSpPr>
            <a:spLocks noGrp="1"/>
          </p:cNvSpPr>
          <p:nvPr>
            <p:ph type="pic" sz="quarter" idx="17"/>
          </p:nvPr>
        </p:nvSpPr>
        <p:spPr>
          <a:xfrm>
            <a:off x="3354388" y="1618445"/>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p>
        </p:txBody>
      </p:sp>
      <p:sp>
        <p:nvSpPr>
          <p:cNvPr id="104" name="Picture Placeholder 5"/>
          <p:cNvSpPr>
            <a:spLocks noGrp="1"/>
          </p:cNvSpPr>
          <p:nvPr>
            <p:ph type="pic" sz="quarter" idx="18"/>
          </p:nvPr>
        </p:nvSpPr>
        <p:spPr>
          <a:xfrm>
            <a:off x="3354388" y="3755872"/>
            <a:ext cx="2606675" cy="1953683"/>
          </a:xfrm>
        </p:spPr>
        <p:txBody>
          <a:bodyPr/>
          <a:lstStyle>
            <a:lvl1pPr marL="0" indent="0">
              <a:buClr>
                <a:schemeClr val="accent1"/>
              </a:buClr>
              <a:buNone/>
              <a:defRPr sz="2200">
                <a:solidFill>
                  <a:srgbClr val="333E48"/>
                </a:solidFill>
              </a:defRPr>
            </a:lvl1pPr>
          </a:lstStyle>
          <a:p>
            <a:pPr lvl="0"/>
            <a:r>
              <a:rPr lang="en-US" noProof="0"/>
              <a:t>Click icon to add picture</a:t>
            </a:r>
          </a:p>
        </p:txBody>
      </p:sp>
      <p:sp>
        <p:nvSpPr>
          <p:cNvPr id="105" name="Picture Placeholder 5"/>
          <p:cNvSpPr>
            <a:spLocks noGrp="1"/>
          </p:cNvSpPr>
          <p:nvPr>
            <p:ph type="pic" sz="quarter" idx="19"/>
          </p:nvPr>
        </p:nvSpPr>
        <p:spPr>
          <a:xfrm>
            <a:off x="9066213" y="1618445"/>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p>
        </p:txBody>
      </p:sp>
      <p:sp>
        <p:nvSpPr>
          <p:cNvPr id="106" name="Picture Placeholder 5"/>
          <p:cNvSpPr>
            <a:spLocks noGrp="1"/>
          </p:cNvSpPr>
          <p:nvPr>
            <p:ph type="pic" sz="quarter" idx="20"/>
          </p:nvPr>
        </p:nvSpPr>
        <p:spPr>
          <a:xfrm>
            <a:off x="9066213" y="3755872"/>
            <a:ext cx="2646362" cy="1953683"/>
          </a:xfrm>
        </p:spPr>
        <p:txBody>
          <a:bodyPr/>
          <a:lstStyle>
            <a:lvl1pPr marL="0" indent="0">
              <a:buClr>
                <a:schemeClr val="accent1"/>
              </a:buClr>
              <a:buNone/>
              <a:defRPr sz="2200">
                <a:solidFill>
                  <a:srgbClr val="333E48"/>
                </a:solidFill>
              </a:defRPr>
            </a:lvl1pPr>
          </a:lstStyle>
          <a:p>
            <a:pPr lvl="0"/>
            <a:r>
              <a:rPr lang="en-US" noProof="0"/>
              <a:t>Click icon to add picture</a:t>
            </a:r>
          </a:p>
        </p:txBody>
      </p:sp>
      <p:sp>
        <p:nvSpPr>
          <p:cNvPr id="14" name="Text Placeholder 7"/>
          <p:cNvSpPr>
            <a:spLocks noGrp="1"/>
          </p:cNvSpPr>
          <p:nvPr>
            <p:ph type="body" sz="quarter" idx="21"/>
          </p:nvPr>
        </p:nvSpPr>
        <p:spPr>
          <a:xfrm>
            <a:off x="479425" y="1618445"/>
            <a:ext cx="26193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7"/>
          <p:cNvSpPr>
            <a:spLocks noGrp="1"/>
          </p:cNvSpPr>
          <p:nvPr>
            <p:ph type="body" sz="quarter" idx="22"/>
          </p:nvPr>
        </p:nvSpPr>
        <p:spPr>
          <a:xfrm>
            <a:off x="6220216" y="1618445"/>
            <a:ext cx="2606675" cy="4086225"/>
          </a:xfrm>
        </p:spPr>
        <p:txBody>
          <a:bodyPr/>
          <a:lstStyle>
            <a:lvl1pPr marL="342900" indent="-342900">
              <a:lnSpc>
                <a:spcPct val="100000"/>
              </a:lnSpc>
              <a:spcBef>
                <a:spcPts val="600"/>
              </a:spcBef>
              <a:spcAft>
                <a:spcPts val="0"/>
              </a:spcAft>
              <a:buClr>
                <a:schemeClr val="accent1"/>
              </a:buClr>
              <a:buFont typeface="Arial" charset="0"/>
              <a:buChar char="•"/>
              <a:defRPr sz="2000">
                <a:solidFill>
                  <a:srgbClr val="333E48"/>
                </a:solidFill>
              </a:defRPr>
            </a:lvl1pPr>
            <a:lvl2pPr>
              <a:lnSpc>
                <a:spcPct val="100000"/>
              </a:lnSpc>
              <a:spcBef>
                <a:spcPts val="0"/>
              </a:spcBef>
              <a:spcAft>
                <a:spcPts val="0"/>
              </a:spcAft>
              <a:buClr>
                <a:schemeClr val="accent1"/>
              </a:buClr>
              <a:defRPr>
                <a:solidFill>
                  <a:srgbClr val="333E48"/>
                </a:solidFill>
              </a:defRPr>
            </a:lvl2pPr>
            <a:lvl3pPr>
              <a:lnSpc>
                <a:spcPct val="100000"/>
              </a:lnSpc>
              <a:spcBef>
                <a:spcPts val="0"/>
              </a:spcBef>
              <a:spcAft>
                <a:spcPts val="0"/>
              </a:spcAft>
              <a:buClr>
                <a:schemeClr val="accent1"/>
              </a:buClr>
              <a:defRPr>
                <a:solidFill>
                  <a:srgbClr val="333E48"/>
                </a:solidFill>
              </a:defRPr>
            </a:lvl3pPr>
            <a:lvl4pPr marL="1201738" indent="-173038">
              <a:lnSpc>
                <a:spcPct val="100000"/>
              </a:lnSpc>
              <a:spcBef>
                <a:spcPts val="0"/>
              </a:spcBef>
              <a:spcAft>
                <a:spcPts val="0"/>
              </a:spcAft>
              <a:buClr>
                <a:schemeClr val="accent1"/>
              </a:buClr>
              <a:buFont typeface="Arial" charset="0"/>
              <a:buChar char="•"/>
              <a:defRPr>
                <a:solidFill>
                  <a:srgbClr val="333E48"/>
                </a:solidFill>
              </a:defRPr>
            </a:lvl4pPr>
            <a:lvl5pPr>
              <a:lnSpc>
                <a:spcPct val="100000"/>
              </a:lnSpc>
              <a:spcBef>
                <a:spcPts val="0"/>
              </a:spcBef>
              <a:spcAft>
                <a:spcPts val="0"/>
              </a:spcAft>
              <a:buClr>
                <a:schemeClr val="accent1"/>
              </a:buClr>
              <a:defRPr>
                <a:solidFill>
                  <a:srgbClr val="333E48"/>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4441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column with image ">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9425" y="478302"/>
            <a:ext cx="11233150" cy="512829"/>
          </a:xfrm>
        </p:spPr>
        <p:txBody>
          <a:bodyPr/>
          <a:lstStyle/>
          <a:p>
            <a:r>
              <a:rPr lang="en-US"/>
              <a:t>Click to Edit Master Title Style</a:t>
            </a:r>
          </a:p>
        </p:txBody>
      </p:sp>
      <p:sp>
        <p:nvSpPr>
          <p:cNvPr id="44" name="Text Placeholder 43"/>
          <p:cNvSpPr>
            <a:spLocks noGrp="1"/>
          </p:cNvSpPr>
          <p:nvPr>
            <p:ph type="body" sz="quarter" idx="13"/>
          </p:nvPr>
        </p:nvSpPr>
        <p:spPr>
          <a:xfrm>
            <a:off x="479425" y="991131"/>
            <a:ext cx="11233150" cy="344488"/>
          </a:xfrm>
        </p:spPr>
        <p:txBody>
          <a:bodyPr/>
          <a:lstStyle>
            <a:lvl1pPr marL="0" indent="0">
              <a:buNone/>
              <a:defRPr lang="en-US" sz="2400">
                <a:solidFill>
                  <a:schemeClr val="accent6"/>
                </a:solidFill>
              </a:defRPr>
            </a:lvl1pPr>
          </a:lstStyle>
          <a:p>
            <a:pPr lvl="0"/>
            <a:r>
              <a:rPr lang="en-US"/>
              <a:t>Click to edit Master text styles</a:t>
            </a:r>
          </a:p>
        </p:txBody>
      </p:sp>
      <p:sp>
        <p:nvSpPr>
          <p:cNvPr id="7" name="Text Placeholder 2"/>
          <p:cNvSpPr>
            <a:spLocks noGrp="1"/>
          </p:cNvSpPr>
          <p:nvPr>
            <p:ph idx="1"/>
          </p:nvPr>
        </p:nvSpPr>
        <p:spPr>
          <a:xfrm>
            <a:off x="479425" y="1629079"/>
            <a:ext cx="5481108" cy="4455197"/>
          </a:xfrm>
          <a:prstGeom prst="rect">
            <a:avLst/>
          </a:prstGeom>
        </p:spPr>
        <p:txBody>
          <a:bodyPr/>
          <a:lstStyle>
            <a:lvl1pPr marL="342900" indent="-342900">
              <a:lnSpc>
                <a:spcPct val="100000"/>
              </a:lnSpc>
              <a:spcAft>
                <a:spcPts val="0"/>
              </a:spcAft>
              <a:buClr>
                <a:schemeClr val="accent1"/>
              </a:buClr>
              <a:buFont typeface="Arial" charset="0"/>
              <a:buChar char="•"/>
              <a:defRPr sz="2400">
                <a:solidFill>
                  <a:srgbClr val="333E48"/>
                </a:solidFill>
              </a:defRPr>
            </a:lvl1pPr>
            <a:lvl2pPr>
              <a:lnSpc>
                <a:spcPct val="100000"/>
              </a:lnSpc>
              <a:spcBef>
                <a:spcPts val="0"/>
              </a:spcBef>
              <a:spcAft>
                <a:spcPts val="0"/>
              </a:spcAft>
              <a:buClr>
                <a:schemeClr val="accent1"/>
              </a:buClr>
              <a:defRPr sz="2000">
                <a:solidFill>
                  <a:srgbClr val="333E48"/>
                </a:solidFill>
              </a:defRPr>
            </a:lvl2pPr>
            <a:lvl3pPr>
              <a:lnSpc>
                <a:spcPct val="100000"/>
              </a:lnSpc>
              <a:spcBef>
                <a:spcPts val="0"/>
              </a:spcBef>
              <a:spcAft>
                <a:spcPts val="0"/>
              </a:spcAft>
              <a:buClr>
                <a:schemeClr val="accent1"/>
              </a:buClr>
              <a:defRPr sz="1800">
                <a:solidFill>
                  <a:srgbClr val="333E48"/>
                </a:solidFill>
              </a:defRPr>
            </a:lvl3pPr>
          </a:lstStyle>
          <a:p>
            <a:pPr lvl="0"/>
            <a:r>
              <a:rPr lang="en-US"/>
              <a:t>Click to edit Master text styles</a:t>
            </a:r>
          </a:p>
          <a:p>
            <a:pPr lvl="1"/>
            <a:r>
              <a:rPr lang="en-US"/>
              <a:t>Second level</a:t>
            </a:r>
          </a:p>
          <a:p>
            <a:pPr lvl="2"/>
            <a:r>
              <a:rPr lang="en-US"/>
              <a:t>Third level</a:t>
            </a:r>
          </a:p>
        </p:txBody>
      </p:sp>
      <p:sp>
        <p:nvSpPr>
          <p:cNvPr id="50" name="Picture Placeholder 5"/>
          <p:cNvSpPr>
            <a:spLocks noGrp="1"/>
          </p:cNvSpPr>
          <p:nvPr>
            <p:ph type="pic" sz="quarter" idx="17"/>
          </p:nvPr>
        </p:nvSpPr>
        <p:spPr>
          <a:xfrm>
            <a:off x="6250924" y="1629080"/>
            <a:ext cx="5461651" cy="4455198"/>
          </a:xfrm>
        </p:spPr>
        <p:txBody>
          <a:bodyPr/>
          <a:lstStyle>
            <a:lvl1pPr marL="0" indent="0">
              <a:buClr>
                <a:schemeClr val="accent1"/>
              </a:buClr>
              <a:buNone/>
              <a:defRPr sz="2200">
                <a:solidFill>
                  <a:srgbClr val="333E48"/>
                </a:solidFill>
              </a:defRPr>
            </a:lvl1pPr>
          </a:lstStyle>
          <a:p>
            <a:pPr lvl="0"/>
            <a:r>
              <a:rPr lang="en-US" noProof="0"/>
              <a:t>Click icon to add picture</a:t>
            </a:r>
          </a:p>
        </p:txBody>
      </p:sp>
    </p:spTree>
    <p:extLst>
      <p:ext uri="{BB962C8B-B14F-4D97-AF65-F5344CB8AC3E}">
        <p14:creationId xmlns:p14="http://schemas.microsoft.com/office/powerpoint/2010/main" val="15842164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Sldi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atin typeface="+mn-lt"/>
              </a:defRPr>
            </a:lvl1pPr>
          </a:lstStyle>
          <a:p>
            <a:r>
              <a:rPr lang="en-US"/>
              <a:t>Click to Edit Master Title Style</a:t>
            </a:r>
          </a:p>
        </p:txBody>
      </p:sp>
      <p:sp>
        <p:nvSpPr>
          <p:cNvPr id="10" name="Table Placeholder 3"/>
          <p:cNvSpPr>
            <a:spLocks noGrp="1"/>
          </p:cNvSpPr>
          <p:nvPr>
            <p:ph type="tbl" sz="quarter" idx="13"/>
          </p:nvPr>
        </p:nvSpPr>
        <p:spPr>
          <a:xfrm>
            <a:off x="479425" y="1259574"/>
            <a:ext cx="11233150" cy="4836426"/>
          </a:xfrm>
        </p:spPr>
        <p:txBody>
          <a:bodyPr/>
          <a:lstStyle>
            <a:lvl1pPr marL="0" indent="0">
              <a:buNone/>
              <a:defRPr/>
            </a:lvl1pPr>
          </a:lstStyle>
          <a:p>
            <a:pPr lvl="0"/>
            <a:r>
              <a:rPr lang="en-US" noProof="0"/>
              <a:t>Click icon to add table</a:t>
            </a:r>
          </a:p>
        </p:txBody>
      </p:sp>
    </p:spTree>
    <p:extLst>
      <p:ext uri="{BB962C8B-B14F-4D97-AF65-F5344CB8AC3E}">
        <p14:creationId xmlns:p14="http://schemas.microsoft.com/office/powerpoint/2010/main" val="775123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Master Title Style</a:t>
            </a:r>
          </a:p>
        </p:txBody>
      </p:sp>
    </p:spTree>
    <p:extLst>
      <p:ext uri="{BB962C8B-B14F-4D97-AF65-F5344CB8AC3E}">
        <p14:creationId xmlns:p14="http://schemas.microsoft.com/office/powerpoint/2010/main" val="15141880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2_Closing Slide">
    <p:bg>
      <p:bgPr>
        <a:solidFill>
          <a:schemeClr val="accent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828AC5A-7EFB-CA43-8A9B-3B442C5C9A1B}"/>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Rectangle 5">
            <a:extLst>
              <a:ext uri="{FF2B5EF4-FFF2-40B4-BE49-F238E27FC236}">
                <a16:creationId xmlns:a16="http://schemas.microsoft.com/office/drawing/2014/main" id="{E2B5F482-A1DF-47CF-A799-587634BE9938}"/>
              </a:ext>
            </a:extLst>
          </p:cNvPr>
          <p:cNvSpPr/>
          <p:nvPr userDrawn="1"/>
        </p:nvSpPr>
        <p:spPr>
          <a:xfrm>
            <a:off x="10683875" y="5937250"/>
            <a:ext cx="1095375" cy="6826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solidFill>
                <a:srgbClr val="FFFFFF"/>
              </a:solidFill>
              <a:ea typeface="ＭＳ Ｐゴシック" charset="0"/>
              <a:cs typeface="ＭＳ Ｐゴシック" charset="0"/>
            </a:endParaRPr>
          </a:p>
        </p:txBody>
      </p:sp>
      <p:pic>
        <p:nvPicPr>
          <p:cNvPr id="11" name="Picture 10" descr="A picture containing building, drawing&#10;&#10;Description automatically generated">
            <a:extLst>
              <a:ext uri="{FF2B5EF4-FFF2-40B4-BE49-F238E27FC236}">
                <a16:creationId xmlns:a16="http://schemas.microsoft.com/office/drawing/2014/main" id="{C1198ECC-03BB-F84C-8B27-CF6053626C9F}"/>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10" name="TextBox 20">
            <a:extLst>
              <a:ext uri="{FF2B5EF4-FFF2-40B4-BE49-F238E27FC236}">
                <a16:creationId xmlns:a16="http://schemas.microsoft.com/office/drawing/2014/main" id="{2EFD6F9F-6DEB-6F4D-BE5A-D3540160B34B}"/>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
        <p:nvSpPr>
          <p:cNvPr id="7" name="Rectangle 6">
            <a:extLst>
              <a:ext uri="{FF2B5EF4-FFF2-40B4-BE49-F238E27FC236}">
                <a16:creationId xmlns:a16="http://schemas.microsoft.com/office/drawing/2014/main" id="{45A82B8D-79F0-2840-A348-51E15B608C54}"/>
              </a:ext>
            </a:extLst>
          </p:cNvPr>
          <p:cNvSpPr>
            <a:spLocks noChangeArrowheads="1"/>
          </p:cNvSpPr>
          <p:nvPr userDrawn="1"/>
        </p:nvSpPr>
        <p:spPr bwMode="auto">
          <a:xfrm>
            <a:off x="6670505" y="952143"/>
            <a:ext cx="4655186"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defRPr/>
            </a:pPr>
            <a:r>
              <a:rPr lang="en-US" altLang="en-US" sz="2800">
                <a:solidFill>
                  <a:schemeClr val="bg1"/>
                </a:solidFill>
              </a:rPr>
              <a:t>Thank You</a:t>
            </a:r>
          </a:p>
          <a:p>
            <a:pPr algn="r">
              <a:defRPr/>
            </a:pPr>
            <a:r>
              <a:rPr lang="en-US" altLang="en-US" sz="2800" err="1">
                <a:solidFill>
                  <a:schemeClr val="bg1"/>
                </a:solidFill>
              </a:rPr>
              <a:t>Danke</a:t>
            </a:r>
            <a:endParaRPr lang="en-US" altLang="en-US" sz="2800">
              <a:solidFill>
                <a:schemeClr val="bg1"/>
              </a:solidFill>
            </a:endParaRPr>
          </a:p>
          <a:p>
            <a:pPr algn="r">
              <a:defRPr/>
            </a:pPr>
            <a:r>
              <a:rPr lang="en-US" altLang="en-US" sz="2800">
                <a:solidFill>
                  <a:schemeClr val="bg1"/>
                </a:solidFill>
              </a:rPr>
              <a:t>Gracias</a:t>
            </a:r>
          </a:p>
          <a:p>
            <a:pPr algn="r">
              <a:defRPr/>
            </a:pPr>
            <a:r>
              <a:rPr lang="en-US" altLang="en-US" sz="2800" err="1">
                <a:solidFill>
                  <a:schemeClr val="bg1"/>
                </a:solidFill>
              </a:rPr>
              <a:t>谢谢</a:t>
            </a:r>
            <a:endParaRPr lang="en-US" altLang="en-US" sz="2800">
              <a:solidFill>
                <a:schemeClr val="bg1"/>
              </a:solidFill>
            </a:endParaRPr>
          </a:p>
          <a:p>
            <a:pPr algn="r">
              <a:defRPr/>
            </a:pPr>
            <a:r>
              <a:rPr lang="en-US" altLang="en-US" sz="2800" err="1">
                <a:solidFill>
                  <a:schemeClr val="bg1"/>
                </a:solidFill>
              </a:rPr>
              <a:t>ありがとう</a:t>
            </a:r>
            <a:endParaRPr lang="en-US" altLang="en-US" sz="2800">
              <a:solidFill>
                <a:schemeClr val="bg1"/>
              </a:solidFill>
            </a:endParaRPr>
          </a:p>
          <a:p>
            <a:pPr algn="r">
              <a:defRPr/>
            </a:pPr>
            <a:r>
              <a:rPr lang="en-US" altLang="en-US" sz="2800">
                <a:solidFill>
                  <a:schemeClr val="bg1"/>
                </a:solidFill>
              </a:rPr>
              <a:t>Asante</a:t>
            </a:r>
          </a:p>
          <a:p>
            <a:pPr algn="r">
              <a:defRPr/>
            </a:pPr>
            <a:r>
              <a:rPr lang="en-US" altLang="en-US" sz="2800">
                <a:solidFill>
                  <a:schemeClr val="bg1"/>
                </a:solidFill>
              </a:rPr>
              <a:t>Merci</a:t>
            </a:r>
          </a:p>
          <a:p>
            <a:pPr algn="r">
              <a:defRPr/>
            </a:pPr>
            <a:r>
              <a:rPr lang="en-US" altLang="en-US" sz="2800" err="1">
                <a:solidFill>
                  <a:schemeClr val="bg1"/>
                </a:solidFill>
              </a:rPr>
              <a:t>감사합니다</a:t>
            </a:r>
            <a:endParaRPr lang="en-US" altLang="en-US" sz="2800">
              <a:solidFill>
                <a:schemeClr val="bg1"/>
              </a:solidFill>
            </a:endParaRPr>
          </a:p>
          <a:p>
            <a:pPr algn="r">
              <a:defRPr/>
            </a:pPr>
            <a:r>
              <a:rPr lang="en-US" altLang="en-US" sz="2800" err="1">
                <a:solidFill>
                  <a:schemeClr val="bg1"/>
                </a:solidFill>
              </a:rPr>
              <a:t>धन्यवाद</a:t>
            </a:r>
            <a:endParaRPr lang="en-US" altLang="en-US" sz="2800">
              <a:solidFill>
                <a:schemeClr val="bg1"/>
              </a:solidFill>
            </a:endParaRPr>
          </a:p>
          <a:p>
            <a:pPr marL="0" marR="0" lvl="0" indent="0" algn="r" defTabSz="914400" rtl="0" eaLnBrk="0" fontAlgn="base" latinLnBrk="0" hangingPunct="0">
              <a:lnSpc>
                <a:spcPct val="100000"/>
              </a:lnSpc>
              <a:spcBef>
                <a:spcPct val="0"/>
              </a:spcBef>
              <a:spcAft>
                <a:spcPct val="0"/>
              </a:spcAft>
              <a:buClrTx/>
              <a:buSzTx/>
              <a:buFontTx/>
              <a:buNone/>
              <a:tabLst/>
              <a:defRPr/>
            </a:pPr>
            <a:r>
              <a:rPr lang="en-US" altLang="en-US" sz="2800">
                <a:solidFill>
                  <a:schemeClr val="bg1"/>
                </a:solidFill>
              </a:rPr>
              <a:t>Kiitos</a:t>
            </a:r>
          </a:p>
          <a:p>
            <a:pPr algn="r">
              <a:defRPr/>
            </a:pPr>
            <a:r>
              <a:rPr lang="ar-SA" sz="2800" kern="1200">
                <a:solidFill>
                  <a:schemeClr val="bg1"/>
                </a:solidFill>
                <a:latin typeface="Calibri" charset="0"/>
                <a:ea typeface="ＭＳ Ｐゴシック" charset="-128"/>
                <a:cs typeface="+mn-cs"/>
              </a:rPr>
              <a:t>شكرًا</a:t>
            </a:r>
            <a:endParaRPr lang="en-GB" sz="2800" kern="1200">
              <a:solidFill>
                <a:schemeClr val="bg1"/>
              </a:solidFill>
              <a:latin typeface="Calibri" charset="0"/>
              <a:ea typeface="ＭＳ Ｐゴシック" charset="-128"/>
              <a:cs typeface="+mn-cs"/>
            </a:endParaRPr>
          </a:p>
          <a:p>
            <a:pPr algn="r">
              <a:defRPr/>
            </a:pPr>
            <a:r>
              <a:rPr lang="as-IN" altLang="en-US" sz="2800">
                <a:solidFill>
                  <a:schemeClr val="bg1"/>
                </a:solidFill>
              </a:rPr>
              <a:t>ধন্যবাদ</a:t>
            </a:r>
            <a:br>
              <a:rPr lang="en-US" altLang="en-US" sz="2800">
                <a:solidFill>
                  <a:schemeClr val="bg1"/>
                </a:solidFill>
              </a:rPr>
            </a:br>
            <a:r>
              <a:rPr lang="he-IL" altLang="en-US" sz="2800">
                <a:solidFill>
                  <a:schemeClr val="bg1"/>
                </a:solidFill>
              </a:rPr>
              <a:t>תודה</a:t>
            </a:r>
            <a:endParaRPr lang="en-US" altLang="en-US" sz="2800">
              <a:solidFill>
                <a:schemeClr val="bg1"/>
              </a:solidFill>
            </a:endParaRPr>
          </a:p>
        </p:txBody>
      </p:sp>
    </p:spTree>
    <p:extLst>
      <p:ext uri="{BB962C8B-B14F-4D97-AF65-F5344CB8AC3E}">
        <p14:creationId xmlns:p14="http://schemas.microsoft.com/office/powerpoint/2010/main" val="31162736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3_Closing Slid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511E887-F2DD-9743-B321-E6625A63F4D3}"/>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pic>
        <p:nvPicPr>
          <p:cNvPr id="10" name="Picture 9" descr="A picture containing building, drawing&#10;&#10;Description automatically generated">
            <a:extLst>
              <a:ext uri="{FF2B5EF4-FFF2-40B4-BE49-F238E27FC236}">
                <a16:creationId xmlns:a16="http://schemas.microsoft.com/office/drawing/2014/main" id="{AF5F647F-3DD2-E04B-AC85-5BB3FF09994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9" name="TextBox 20">
            <a:extLst>
              <a:ext uri="{FF2B5EF4-FFF2-40B4-BE49-F238E27FC236}">
                <a16:creationId xmlns:a16="http://schemas.microsoft.com/office/drawing/2014/main" id="{1BE84E2F-085C-6E4E-8174-736F84DE3A1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
        <p:nvSpPr>
          <p:cNvPr id="6" name="Rectangle 5">
            <a:extLst>
              <a:ext uri="{FF2B5EF4-FFF2-40B4-BE49-F238E27FC236}">
                <a16:creationId xmlns:a16="http://schemas.microsoft.com/office/drawing/2014/main" id="{8630E328-7BED-1141-A027-0EEE09BB1F0B}"/>
              </a:ext>
            </a:extLst>
          </p:cNvPr>
          <p:cNvSpPr>
            <a:spLocks noChangeArrowheads="1"/>
          </p:cNvSpPr>
          <p:nvPr userDrawn="1"/>
        </p:nvSpPr>
        <p:spPr bwMode="auto">
          <a:xfrm>
            <a:off x="6670505" y="952143"/>
            <a:ext cx="4655186" cy="5693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r">
              <a:defRPr/>
            </a:pPr>
            <a:r>
              <a:rPr lang="en-US" altLang="en-US" sz="2800">
                <a:solidFill>
                  <a:schemeClr val="bg1"/>
                </a:solidFill>
              </a:rPr>
              <a:t>Thank You</a:t>
            </a:r>
          </a:p>
          <a:p>
            <a:pPr algn="r">
              <a:defRPr/>
            </a:pPr>
            <a:r>
              <a:rPr lang="en-US" altLang="en-US" sz="2800" err="1">
                <a:solidFill>
                  <a:schemeClr val="bg1"/>
                </a:solidFill>
              </a:rPr>
              <a:t>Danke</a:t>
            </a:r>
            <a:endParaRPr lang="en-US" altLang="en-US" sz="2800">
              <a:solidFill>
                <a:schemeClr val="bg1"/>
              </a:solidFill>
            </a:endParaRPr>
          </a:p>
          <a:p>
            <a:pPr algn="r">
              <a:defRPr/>
            </a:pPr>
            <a:r>
              <a:rPr lang="en-US" altLang="en-US" sz="2800">
                <a:solidFill>
                  <a:schemeClr val="bg1"/>
                </a:solidFill>
              </a:rPr>
              <a:t>Gracias</a:t>
            </a:r>
          </a:p>
          <a:p>
            <a:pPr algn="r">
              <a:defRPr/>
            </a:pPr>
            <a:r>
              <a:rPr lang="en-US" altLang="en-US" sz="2800" err="1">
                <a:solidFill>
                  <a:schemeClr val="bg1"/>
                </a:solidFill>
              </a:rPr>
              <a:t>谢谢</a:t>
            </a:r>
            <a:endParaRPr lang="en-US" altLang="en-US" sz="2800">
              <a:solidFill>
                <a:schemeClr val="bg1"/>
              </a:solidFill>
            </a:endParaRPr>
          </a:p>
          <a:p>
            <a:pPr algn="r">
              <a:defRPr/>
            </a:pPr>
            <a:r>
              <a:rPr lang="en-US" altLang="en-US" sz="2800" err="1">
                <a:solidFill>
                  <a:schemeClr val="bg1"/>
                </a:solidFill>
              </a:rPr>
              <a:t>ありがとう</a:t>
            </a:r>
            <a:endParaRPr lang="en-US" altLang="en-US" sz="2800">
              <a:solidFill>
                <a:schemeClr val="bg1"/>
              </a:solidFill>
            </a:endParaRPr>
          </a:p>
          <a:p>
            <a:pPr algn="r">
              <a:defRPr/>
            </a:pPr>
            <a:r>
              <a:rPr lang="en-US" altLang="en-US" sz="2800">
                <a:solidFill>
                  <a:schemeClr val="bg1"/>
                </a:solidFill>
              </a:rPr>
              <a:t>Asante</a:t>
            </a:r>
          </a:p>
          <a:p>
            <a:pPr algn="r">
              <a:defRPr/>
            </a:pPr>
            <a:r>
              <a:rPr lang="en-US" altLang="en-US" sz="2800">
                <a:solidFill>
                  <a:schemeClr val="bg1"/>
                </a:solidFill>
              </a:rPr>
              <a:t>Merci</a:t>
            </a:r>
          </a:p>
          <a:p>
            <a:pPr algn="r">
              <a:defRPr/>
            </a:pPr>
            <a:r>
              <a:rPr lang="en-US" altLang="en-US" sz="2800" err="1">
                <a:solidFill>
                  <a:schemeClr val="bg1"/>
                </a:solidFill>
              </a:rPr>
              <a:t>감사합니다</a:t>
            </a:r>
            <a:endParaRPr lang="en-US" altLang="en-US" sz="2800">
              <a:solidFill>
                <a:schemeClr val="bg1"/>
              </a:solidFill>
            </a:endParaRPr>
          </a:p>
          <a:p>
            <a:pPr algn="r">
              <a:defRPr/>
            </a:pPr>
            <a:r>
              <a:rPr lang="en-US" altLang="en-US" sz="2800" err="1">
                <a:solidFill>
                  <a:schemeClr val="bg1"/>
                </a:solidFill>
              </a:rPr>
              <a:t>धन्यवाद</a:t>
            </a:r>
            <a:endParaRPr lang="en-US" altLang="en-US" sz="2800">
              <a:solidFill>
                <a:schemeClr val="bg1"/>
              </a:solidFill>
            </a:endParaRPr>
          </a:p>
          <a:p>
            <a:pPr marL="0" marR="0" lvl="0" indent="0" algn="r" defTabSz="914400" rtl="0" eaLnBrk="0" fontAlgn="base" latinLnBrk="0" hangingPunct="0">
              <a:lnSpc>
                <a:spcPct val="100000"/>
              </a:lnSpc>
              <a:spcBef>
                <a:spcPct val="0"/>
              </a:spcBef>
              <a:spcAft>
                <a:spcPct val="0"/>
              </a:spcAft>
              <a:buClrTx/>
              <a:buSzTx/>
              <a:buFontTx/>
              <a:buNone/>
              <a:tabLst/>
              <a:defRPr/>
            </a:pPr>
            <a:r>
              <a:rPr lang="en-US" altLang="en-US" sz="2800">
                <a:solidFill>
                  <a:schemeClr val="bg1"/>
                </a:solidFill>
              </a:rPr>
              <a:t>Kiitos</a:t>
            </a:r>
          </a:p>
          <a:p>
            <a:pPr algn="r">
              <a:defRPr/>
            </a:pPr>
            <a:r>
              <a:rPr lang="ar-SA" sz="2800" kern="1200">
                <a:solidFill>
                  <a:schemeClr val="bg1"/>
                </a:solidFill>
                <a:latin typeface="Calibri" charset="0"/>
                <a:ea typeface="ＭＳ Ｐゴシック" charset="-128"/>
                <a:cs typeface="+mn-cs"/>
              </a:rPr>
              <a:t>شكرًا</a:t>
            </a:r>
            <a:endParaRPr lang="en-GB" sz="2800" kern="1200">
              <a:solidFill>
                <a:schemeClr val="bg1"/>
              </a:solidFill>
              <a:latin typeface="Calibri" charset="0"/>
              <a:ea typeface="ＭＳ Ｐゴシック" charset="-128"/>
              <a:cs typeface="+mn-cs"/>
            </a:endParaRPr>
          </a:p>
          <a:p>
            <a:pPr algn="r">
              <a:defRPr/>
            </a:pPr>
            <a:r>
              <a:rPr lang="as-IN" altLang="en-US" sz="2800">
                <a:solidFill>
                  <a:schemeClr val="bg1"/>
                </a:solidFill>
              </a:rPr>
              <a:t>ধন্যবাদ</a:t>
            </a:r>
            <a:br>
              <a:rPr lang="en-US" altLang="en-US" sz="2800">
                <a:solidFill>
                  <a:schemeClr val="bg1"/>
                </a:solidFill>
              </a:rPr>
            </a:br>
            <a:r>
              <a:rPr lang="he-IL" altLang="en-US" sz="2800">
                <a:solidFill>
                  <a:schemeClr val="bg1"/>
                </a:solidFill>
              </a:rPr>
              <a:t>תודה</a:t>
            </a:r>
            <a:endParaRPr lang="en-US" altLang="en-US" sz="2800">
              <a:solidFill>
                <a:schemeClr val="bg1"/>
              </a:solidFill>
            </a:endParaRPr>
          </a:p>
        </p:txBody>
      </p:sp>
    </p:spTree>
    <p:extLst>
      <p:ext uri="{BB962C8B-B14F-4D97-AF65-F5344CB8AC3E}">
        <p14:creationId xmlns:p14="http://schemas.microsoft.com/office/powerpoint/2010/main" val="37694466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Closing Slid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33539DD-CEDA-3A48-A36A-6D3775392ACF}"/>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Rectangle 5"/>
          <p:cNvSpPr>
            <a:spLocks noChangeArrowheads="1"/>
          </p:cNvSpPr>
          <p:nvPr userDrawn="1"/>
        </p:nvSpPr>
        <p:spPr bwMode="auto">
          <a:xfrm>
            <a:off x="7078942" y="1087378"/>
            <a:ext cx="42333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r">
              <a:defRPr/>
            </a:pPr>
            <a:r>
              <a:rPr lang="en-US" altLang="x-none" sz="120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lgn="r">
              <a:defRPr/>
            </a:pPr>
            <a:br>
              <a:rPr lang="en-US" altLang="x-none" sz="1200">
                <a:solidFill>
                  <a:schemeClr val="bg1"/>
                </a:solidFill>
              </a:rPr>
            </a:br>
            <a:r>
              <a:rPr lang="en-US" altLang="x-none" sz="1200" err="1">
                <a:solidFill>
                  <a:schemeClr val="bg1"/>
                </a:solidFill>
              </a:rPr>
              <a:t>www.arm.com</a:t>
            </a:r>
            <a:r>
              <a:rPr lang="en-US" altLang="x-none" sz="1200">
                <a:solidFill>
                  <a:schemeClr val="bg1"/>
                </a:solidFill>
              </a:rPr>
              <a:t>/company/policies/trademarks</a:t>
            </a:r>
          </a:p>
        </p:txBody>
      </p:sp>
      <p:pic>
        <p:nvPicPr>
          <p:cNvPr id="9" name="Picture 8" descr="A picture containing building, drawing&#10;&#10;Description automatically generated">
            <a:extLst>
              <a:ext uri="{FF2B5EF4-FFF2-40B4-BE49-F238E27FC236}">
                <a16:creationId xmlns:a16="http://schemas.microsoft.com/office/drawing/2014/main" id="{05C774FB-6A72-C34E-AAAD-07547EC9639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8" name="TextBox 20">
            <a:extLst>
              <a:ext uri="{FF2B5EF4-FFF2-40B4-BE49-F238E27FC236}">
                <a16:creationId xmlns:a16="http://schemas.microsoft.com/office/drawing/2014/main" id="{870DFC52-AE4C-654B-A714-C2006FAE0419}"/>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Tree>
    <p:extLst>
      <p:ext uri="{BB962C8B-B14F-4D97-AF65-F5344CB8AC3E}">
        <p14:creationId xmlns:p14="http://schemas.microsoft.com/office/powerpoint/2010/main" val="680716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_Closing Slide">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2720845-44B5-8345-A55E-DF3DBAF7C289}"/>
              </a:ext>
            </a:extLst>
          </p:cNvPr>
          <p:cNvPicPr>
            <a:picLocks noChangeAspect="1"/>
          </p:cNvPicPr>
          <p:nvPr userDrawn="1"/>
        </p:nvPicPr>
        <p:blipFill rotWithShape="1">
          <a:blip r:embed="rId2" cstate="screen">
            <a:alphaModFix amt="60000"/>
            <a:extLst>
              <a:ext uri="{28A0092B-C50C-407E-A947-70E740481C1C}">
                <a14:useLocalDpi xmlns:a14="http://schemas.microsoft.com/office/drawing/2010/main"/>
              </a:ext>
            </a:extLst>
          </a:blip>
          <a:srcRect l="2082" t="3803" r="2134" b="12930"/>
          <a:stretch/>
        </p:blipFill>
        <p:spPr>
          <a:xfrm>
            <a:off x="0" y="-1"/>
            <a:ext cx="12192000" cy="6857999"/>
          </a:xfrm>
          <a:prstGeom prst="rect">
            <a:avLst/>
          </a:prstGeom>
        </p:spPr>
      </p:pic>
      <p:sp>
        <p:nvSpPr>
          <p:cNvPr id="6" name="Rectangle 5"/>
          <p:cNvSpPr>
            <a:spLocks noChangeArrowheads="1"/>
          </p:cNvSpPr>
          <p:nvPr userDrawn="1"/>
        </p:nvSpPr>
        <p:spPr bwMode="auto">
          <a:xfrm>
            <a:off x="7078942" y="1087378"/>
            <a:ext cx="4233302"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charset="0"/>
                <a:ea typeface="ＭＳ Ｐゴシック" charset="-128"/>
              </a:defRPr>
            </a:lvl1pPr>
            <a:lvl2pPr marL="742950" indent="-285750">
              <a:defRPr>
                <a:solidFill>
                  <a:schemeClr val="tx1"/>
                </a:solidFill>
                <a:latin typeface="Calibri" charset="0"/>
                <a:ea typeface="ＭＳ Ｐゴシック" charset="-128"/>
              </a:defRPr>
            </a:lvl2pPr>
            <a:lvl3pPr marL="1143000" indent="-228600">
              <a:defRPr>
                <a:solidFill>
                  <a:schemeClr val="tx1"/>
                </a:solidFill>
                <a:latin typeface="Calibri" charset="0"/>
                <a:ea typeface="ＭＳ Ｐゴシック" charset="-128"/>
              </a:defRPr>
            </a:lvl3pPr>
            <a:lvl4pPr marL="1600200" indent="-228600">
              <a:defRPr>
                <a:solidFill>
                  <a:schemeClr val="tx1"/>
                </a:solidFill>
                <a:latin typeface="Calibri" charset="0"/>
                <a:ea typeface="ＭＳ Ｐゴシック" charset="-128"/>
              </a:defRPr>
            </a:lvl4pPr>
            <a:lvl5pPr marL="2057400" indent="-228600">
              <a:defRPr>
                <a:solidFill>
                  <a:schemeClr val="tx1"/>
                </a:solidFill>
                <a:latin typeface="Calibri" charset="0"/>
                <a:ea typeface="ＭＳ Ｐゴシック" charset="-128"/>
              </a:defRPr>
            </a:lvl5pPr>
            <a:lvl6pPr marL="2514600" indent="-228600" eaLnBrk="0" fontAlgn="base" hangingPunct="0">
              <a:spcBef>
                <a:spcPct val="0"/>
              </a:spcBef>
              <a:spcAft>
                <a:spcPct val="0"/>
              </a:spcAft>
              <a:defRPr>
                <a:solidFill>
                  <a:schemeClr val="tx1"/>
                </a:solidFill>
                <a:latin typeface="Calibri" charset="0"/>
                <a:ea typeface="ＭＳ Ｐゴシック" charset="-128"/>
              </a:defRPr>
            </a:lvl6pPr>
            <a:lvl7pPr marL="2971800" indent="-228600" eaLnBrk="0" fontAlgn="base" hangingPunct="0">
              <a:spcBef>
                <a:spcPct val="0"/>
              </a:spcBef>
              <a:spcAft>
                <a:spcPct val="0"/>
              </a:spcAft>
              <a:defRPr>
                <a:solidFill>
                  <a:schemeClr val="tx1"/>
                </a:solidFill>
                <a:latin typeface="Calibri" charset="0"/>
                <a:ea typeface="ＭＳ Ｐゴシック" charset="-128"/>
              </a:defRPr>
            </a:lvl7pPr>
            <a:lvl8pPr marL="3429000" indent="-228600" eaLnBrk="0" fontAlgn="base" hangingPunct="0">
              <a:spcBef>
                <a:spcPct val="0"/>
              </a:spcBef>
              <a:spcAft>
                <a:spcPct val="0"/>
              </a:spcAft>
              <a:defRPr>
                <a:solidFill>
                  <a:schemeClr val="tx1"/>
                </a:solidFill>
                <a:latin typeface="Calibri" charset="0"/>
                <a:ea typeface="ＭＳ Ｐゴシック" charset="-128"/>
              </a:defRPr>
            </a:lvl8pPr>
            <a:lvl9pPr marL="3886200" indent="-228600" eaLnBrk="0" fontAlgn="base" hangingPunct="0">
              <a:spcBef>
                <a:spcPct val="0"/>
              </a:spcBef>
              <a:spcAft>
                <a:spcPct val="0"/>
              </a:spcAft>
              <a:defRPr>
                <a:solidFill>
                  <a:schemeClr val="tx1"/>
                </a:solidFill>
                <a:latin typeface="Calibri" charset="0"/>
                <a:ea typeface="ＭＳ Ｐゴシック" charset="-128"/>
              </a:defRPr>
            </a:lvl9pPr>
          </a:lstStyle>
          <a:p>
            <a:pPr algn="r">
              <a:defRPr/>
            </a:pPr>
            <a:r>
              <a:rPr lang="en-US" altLang="x-none" sz="1200">
                <a:solidFill>
                  <a:schemeClr val="bg1"/>
                </a:solidFill>
              </a:rPr>
              <a:t>The Arm trademarks featured in this presentation are registered trademarks or trademarks of Arm Limited (or its subsidiaries) in the US and/or elsewhere.  All rights reserved.  All other marks featured may be trademarks of their respective owners.</a:t>
            </a:r>
          </a:p>
          <a:p>
            <a:pPr algn="r">
              <a:defRPr/>
            </a:pPr>
            <a:br>
              <a:rPr lang="en-US" altLang="x-none" sz="1200">
                <a:solidFill>
                  <a:schemeClr val="bg1"/>
                </a:solidFill>
              </a:rPr>
            </a:br>
            <a:r>
              <a:rPr lang="en-US" altLang="x-none" sz="1200" err="1">
                <a:solidFill>
                  <a:schemeClr val="bg1"/>
                </a:solidFill>
              </a:rPr>
              <a:t>www.arm.com</a:t>
            </a:r>
            <a:r>
              <a:rPr lang="en-US" altLang="x-none" sz="1200">
                <a:solidFill>
                  <a:schemeClr val="bg1"/>
                </a:solidFill>
              </a:rPr>
              <a:t>/company/policies/trademarks</a:t>
            </a:r>
          </a:p>
        </p:txBody>
      </p:sp>
      <p:pic>
        <p:nvPicPr>
          <p:cNvPr id="9" name="Picture 8" descr="A picture containing building, drawing&#10;&#10;Description automatically generated">
            <a:extLst>
              <a:ext uri="{FF2B5EF4-FFF2-40B4-BE49-F238E27FC236}">
                <a16:creationId xmlns:a16="http://schemas.microsoft.com/office/drawing/2014/main" id="{0A3F307A-54EB-9747-ABE8-8A816CDDD8D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76311" y="1167639"/>
            <a:ext cx="1700213" cy="530640"/>
          </a:xfrm>
          <a:prstGeom prst="rect">
            <a:avLst/>
          </a:prstGeom>
        </p:spPr>
      </p:pic>
      <p:sp>
        <p:nvSpPr>
          <p:cNvPr id="8" name="TextBox 20">
            <a:extLst>
              <a:ext uri="{FF2B5EF4-FFF2-40B4-BE49-F238E27FC236}">
                <a16:creationId xmlns:a16="http://schemas.microsoft.com/office/drawing/2014/main" id="{EA133D04-5236-D641-B03F-0BE645CEB92A}"/>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chemeClr val="bg2"/>
                </a:solidFill>
              </a:rPr>
              <a:t>© 2024 Arm</a:t>
            </a:r>
            <a:endParaRPr lang="en-US" altLang="en-US" sz="1000" dirty="0">
              <a:solidFill>
                <a:schemeClr val="bg2"/>
              </a:solidFill>
            </a:endParaRPr>
          </a:p>
        </p:txBody>
      </p:sp>
    </p:spTree>
    <p:extLst>
      <p:ext uri="{BB962C8B-B14F-4D97-AF65-F5344CB8AC3E}">
        <p14:creationId xmlns:p14="http://schemas.microsoft.com/office/powerpoint/2010/main" val="2225050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9425" y="478301"/>
            <a:ext cx="11233150" cy="654760"/>
          </a:xfrm>
          <a:prstGeom prst="rect">
            <a:avLst/>
          </a:prstGeom>
        </p:spPr>
        <p:txBody>
          <a:bodyPr vert="horz" lIns="0" tIns="0" rIns="0" bIns="0" rtlCol="0" anchor="t">
            <a:noAutofit/>
          </a:bodyPr>
          <a:lstStyle/>
          <a:p>
            <a:r>
              <a:rPr lang="en-US"/>
              <a:t>Click to edit Master title style</a:t>
            </a:r>
          </a:p>
        </p:txBody>
      </p:sp>
      <p:sp>
        <p:nvSpPr>
          <p:cNvPr id="1029" name="TextBox 26"/>
          <p:cNvSpPr txBox="1">
            <a:spLocks noChangeArrowheads="1"/>
          </p:cNvSpPr>
          <p:nvPr userDrawn="1"/>
        </p:nvSpPr>
        <p:spPr bwMode="auto">
          <a:xfrm>
            <a:off x="492125" y="6410643"/>
            <a:ext cx="312738" cy="138112"/>
          </a:xfrm>
          <a:prstGeom prst="rect">
            <a:avLst/>
          </a:prstGeom>
          <a:noFill/>
          <a:ln>
            <a:noFill/>
          </a:ln>
        </p:spPr>
        <p:txBody>
          <a:bodyPr lIns="0" tIns="0" rIns="0" bIns="0">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eaLnBrk="1" hangingPunct="1">
              <a:lnSpc>
                <a:spcPct val="90000"/>
              </a:lnSpc>
              <a:spcAft>
                <a:spcPts val="600"/>
              </a:spcAft>
              <a:buFont typeface="Arial" charset="0"/>
              <a:buNone/>
              <a:defRPr/>
            </a:pPr>
            <a:fld id="{2682C2D1-8EA8-E748-B66F-74D4D53CF8F8}" type="slidenum">
              <a:rPr lang="en-US" altLang="en-US" sz="1000" smtClean="0">
                <a:solidFill>
                  <a:srgbClr val="7F7F7F"/>
                </a:solidFill>
              </a:rPr>
              <a:pPr eaLnBrk="1" hangingPunct="1">
                <a:lnSpc>
                  <a:spcPct val="90000"/>
                </a:lnSpc>
                <a:spcAft>
                  <a:spcPts val="600"/>
                </a:spcAft>
                <a:buFont typeface="Arial" charset="0"/>
                <a:buNone/>
                <a:defRPr/>
              </a:pPr>
              <a:t>‹#›</a:t>
            </a:fld>
            <a:endParaRPr lang="en-US" altLang="en-US" sz="1000">
              <a:solidFill>
                <a:srgbClr val="7F7F7F"/>
              </a:solidFill>
            </a:endParaRPr>
          </a:p>
        </p:txBody>
      </p:sp>
      <p:sp>
        <p:nvSpPr>
          <p:cNvPr id="7" name="Text Placeholder 2">
            <a:extLst>
              <a:ext uri="{FF2B5EF4-FFF2-40B4-BE49-F238E27FC236}">
                <a16:creationId xmlns:a16="http://schemas.microsoft.com/office/drawing/2014/main" id="{84EB643E-3109-434C-BA97-15D4C8A5EF9E}"/>
              </a:ext>
            </a:extLst>
          </p:cNvPr>
          <p:cNvSpPr>
            <a:spLocks noGrp="1"/>
          </p:cNvSpPr>
          <p:nvPr>
            <p:ph type="body" idx="1"/>
          </p:nvPr>
        </p:nvSpPr>
        <p:spPr>
          <a:xfrm>
            <a:off x="479425" y="1133061"/>
            <a:ext cx="11243088" cy="497466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A picture containing clock, meter&#10;&#10;Description automatically generated">
            <a:extLst>
              <a:ext uri="{FF2B5EF4-FFF2-40B4-BE49-F238E27FC236}">
                <a16:creationId xmlns:a16="http://schemas.microsoft.com/office/drawing/2014/main" id="{C88DC1F2-A377-A943-9ABE-BD7E2F2C1811}"/>
              </a:ext>
            </a:extLst>
          </p:cNvPr>
          <p:cNvPicPr>
            <a:picLocks noChangeAspect="1"/>
          </p:cNvPicPr>
          <p:nvPr userDrawn="1"/>
        </p:nvPicPr>
        <p:blipFill>
          <a:blip r:embed="rId19" cstate="screen">
            <a:extLst>
              <a:ext uri="{28A0092B-C50C-407E-A947-70E740481C1C}">
                <a14:useLocalDpi xmlns:a14="http://schemas.microsoft.com/office/drawing/2010/main"/>
              </a:ext>
            </a:extLst>
          </a:blip>
          <a:stretch>
            <a:fillRect/>
          </a:stretch>
        </p:blipFill>
        <p:spPr>
          <a:xfrm>
            <a:off x="10835847" y="6384924"/>
            <a:ext cx="879904" cy="274619"/>
          </a:xfrm>
          <a:prstGeom prst="rect">
            <a:avLst/>
          </a:prstGeom>
        </p:spPr>
      </p:pic>
      <p:sp>
        <p:nvSpPr>
          <p:cNvPr id="9" name="TextBox 20">
            <a:extLst>
              <a:ext uri="{FF2B5EF4-FFF2-40B4-BE49-F238E27FC236}">
                <a16:creationId xmlns:a16="http://schemas.microsoft.com/office/drawing/2014/main" id="{27B344F3-4498-5A4F-9DA2-CB9437A25367}"/>
              </a:ext>
            </a:extLst>
          </p:cNvPr>
          <p:cNvSpPr txBox="1">
            <a:spLocks noChangeArrowheads="1"/>
          </p:cNvSpPr>
          <p:nvPr userDrawn="1"/>
        </p:nvSpPr>
        <p:spPr bwMode="auto">
          <a:xfrm>
            <a:off x="982662" y="6413179"/>
            <a:ext cx="4636741" cy="138499"/>
          </a:xfrm>
          <a:prstGeom prst="rect">
            <a:avLst/>
          </a:prstGeom>
          <a:noFill/>
          <a:ln>
            <a:noFill/>
          </a:ln>
        </p:spPr>
        <p:txBody>
          <a:bodyPr wrap="square" lIns="0" tIns="0" rIns="0" bIns="0" anchor="t">
            <a:spAutoFit/>
          </a:bodyPr>
          <a:lstStyle>
            <a:lvl1pPr>
              <a:defRPr sz="2400">
                <a:solidFill>
                  <a:schemeClr val="tx1"/>
                </a:solidFill>
                <a:latin typeface="Calibri" charset="0"/>
                <a:ea typeface="ＭＳ Ｐゴシック" charset="-128"/>
              </a:defRPr>
            </a:lvl1pPr>
            <a:lvl2pPr marL="742950" indent="-285750">
              <a:defRPr sz="2400">
                <a:solidFill>
                  <a:schemeClr val="tx1"/>
                </a:solidFill>
                <a:latin typeface="Calibri" charset="0"/>
                <a:ea typeface="ＭＳ Ｐゴシック" charset="-128"/>
              </a:defRPr>
            </a:lvl2pPr>
            <a:lvl3pPr marL="1143000" indent="-228600">
              <a:defRPr sz="2400">
                <a:solidFill>
                  <a:schemeClr val="tx1"/>
                </a:solidFill>
                <a:latin typeface="Calibri" charset="0"/>
                <a:ea typeface="ＭＳ Ｐゴシック" charset="-128"/>
              </a:defRPr>
            </a:lvl3pPr>
            <a:lvl4pPr marL="1600200" indent="-228600">
              <a:defRPr sz="2400">
                <a:solidFill>
                  <a:schemeClr val="tx1"/>
                </a:solidFill>
                <a:latin typeface="Calibri" charset="0"/>
                <a:ea typeface="ＭＳ Ｐゴシック" charset="-128"/>
              </a:defRPr>
            </a:lvl4pPr>
            <a:lvl5pPr marL="2057400" indent="-228600">
              <a:defRPr sz="2400">
                <a:solidFill>
                  <a:schemeClr val="tx1"/>
                </a:solidFill>
                <a:latin typeface="Calibri" charset="0"/>
                <a:ea typeface="ＭＳ Ｐゴシック" charset="-128"/>
              </a:defRPr>
            </a:lvl5pPr>
            <a:lvl6pPr marL="2514600" indent="-228600" eaLnBrk="0" fontAlgn="base" hangingPunct="0">
              <a:spcBef>
                <a:spcPct val="0"/>
              </a:spcBef>
              <a:spcAft>
                <a:spcPct val="0"/>
              </a:spcAft>
              <a:defRPr sz="2400">
                <a:solidFill>
                  <a:schemeClr val="tx1"/>
                </a:solidFill>
                <a:latin typeface="Calibri" charset="0"/>
                <a:ea typeface="ＭＳ Ｐゴシック" charset="-128"/>
              </a:defRPr>
            </a:lvl6pPr>
            <a:lvl7pPr marL="2971800" indent="-228600" eaLnBrk="0" fontAlgn="base" hangingPunct="0">
              <a:spcBef>
                <a:spcPct val="0"/>
              </a:spcBef>
              <a:spcAft>
                <a:spcPct val="0"/>
              </a:spcAft>
              <a:defRPr sz="2400">
                <a:solidFill>
                  <a:schemeClr val="tx1"/>
                </a:solidFill>
                <a:latin typeface="Calibri" charset="0"/>
                <a:ea typeface="ＭＳ Ｐゴシック" charset="-128"/>
              </a:defRPr>
            </a:lvl7pPr>
            <a:lvl8pPr marL="3429000" indent="-228600" eaLnBrk="0" fontAlgn="base" hangingPunct="0">
              <a:spcBef>
                <a:spcPct val="0"/>
              </a:spcBef>
              <a:spcAft>
                <a:spcPct val="0"/>
              </a:spcAft>
              <a:defRPr sz="2400">
                <a:solidFill>
                  <a:schemeClr val="tx1"/>
                </a:solidFill>
                <a:latin typeface="Calibri" charset="0"/>
                <a:ea typeface="ＭＳ Ｐゴシック" charset="-128"/>
              </a:defRPr>
            </a:lvl8pPr>
            <a:lvl9pPr marL="3886200" indent="-228600" eaLnBrk="0" fontAlgn="base" hangingPunct="0">
              <a:spcBef>
                <a:spcPct val="0"/>
              </a:spcBef>
              <a:spcAft>
                <a:spcPct val="0"/>
              </a:spcAft>
              <a:defRPr sz="2400">
                <a:solidFill>
                  <a:schemeClr val="tx1"/>
                </a:solidFill>
                <a:latin typeface="Calibri" charset="0"/>
                <a:ea typeface="ＭＳ Ｐゴシック" charset="-128"/>
              </a:defRPr>
            </a:lvl9pPr>
          </a:lstStyle>
          <a:p>
            <a:pPr algn="l" eaLnBrk="1" hangingPunct="1">
              <a:lnSpc>
                <a:spcPct val="90000"/>
              </a:lnSpc>
              <a:spcAft>
                <a:spcPts val="600"/>
              </a:spcAft>
              <a:buFont typeface="Arial" charset="0"/>
              <a:buNone/>
              <a:defRPr/>
            </a:pPr>
            <a:r>
              <a:rPr lang="en-GB" altLang="en-US" sz="1000" dirty="0">
                <a:solidFill>
                  <a:srgbClr val="7F7F7F"/>
                </a:solidFill>
              </a:rPr>
              <a:t>© 2024 Arm</a:t>
            </a:r>
            <a:endParaRPr lang="en-US" altLang="en-US" sz="1000" dirty="0">
              <a:solidFill>
                <a:srgbClr val="7F7F7F"/>
              </a:solidFill>
            </a:endParaRPr>
          </a:p>
        </p:txBody>
      </p:sp>
    </p:spTree>
    <p:extLst>
      <p:ext uri="{BB962C8B-B14F-4D97-AF65-F5344CB8AC3E}">
        <p14:creationId xmlns:p14="http://schemas.microsoft.com/office/powerpoint/2010/main" val="1077791022"/>
      </p:ext>
    </p:extLst>
  </p:cSld>
  <p:clrMap bg1="lt1" tx1="dk1" bg2="lt2" tx2="dk2" accent1="accent1" accent2="accent2" accent3="accent3" accent4="accent4" accent5="accent5" accent6="accent6" hlink="hlink" folHlink="folHlink"/>
  <p:sldLayoutIdLst>
    <p:sldLayoutId id="2147485514" r:id="rId1"/>
    <p:sldLayoutId id="2147485510" r:id="rId2"/>
    <p:sldLayoutId id="2147485440" r:id="rId3"/>
    <p:sldLayoutId id="2147485441" r:id="rId4"/>
    <p:sldLayoutId id="2147485442" r:id="rId5"/>
    <p:sldLayoutId id="2147485443" r:id="rId6"/>
    <p:sldLayoutId id="2147485444" r:id="rId7"/>
    <p:sldLayoutId id="2147485445" r:id="rId8"/>
    <p:sldLayoutId id="2147485446" r:id="rId9"/>
    <p:sldLayoutId id="2147485447" r:id="rId10"/>
    <p:sldLayoutId id="2147485448" r:id="rId11"/>
    <p:sldLayoutId id="2147485449" r:id="rId12"/>
    <p:sldLayoutId id="2147485450" r:id="rId13"/>
    <p:sldLayoutId id="2147485452" r:id="rId14"/>
    <p:sldLayoutId id="2147485512" r:id="rId15"/>
    <p:sldLayoutId id="2147485453" r:id="rId16"/>
    <p:sldLayoutId id="2147485513" r:id="rId17"/>
  </p:sldLayoutIdLst>
  <p:hf hdr="0" ftr="0" dt="0"/>
  <p:txStyles>
    <p:titleStyle>
      <a:lvl1pPr algn="l" rtl="0" eaLnBrk="1" fontAlgn="base" hangingPunct="1">
        <a:lnSpc>
          <a:spcPct val="85000"/>
        </a:lnSpc>
        <a:spcBef>
          <a:spcPct val="0"/>
        </a:spcBef>
        <a:spcAft>
          <a:spcPct val="0"/>
        </a:spcAft>
        <a:defRPr sz="3600" b="0" kern="1200" spc="-50">
          <a:solidFill>
            <a:schemeClr val="accent1"/>
          </a:solidFill>
          <a:latin typeface="+mn-lt"/>
          <a:ea typeface="ＭＳ Ｐゴシック" charset="0"/>
          <a:cs typeface="ＭＳ Ｐゴシック" charset="0"/>
        </a:defRPr>
      </a:lvl1pPr>
      <a:lvl2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2pPr>
      <a:lvl3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3pPr>
      <a:lvl4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4pPr>
      <a:lvl5pPr algn="l" rtl="0" eaLnBrk="1" fontAlgn="base" hangingPunct="1">
        <a:lnSpc>
          <a:spcPct val="85000"/>
        </a:lnSpc>
        <a:spcBef>
          <a:spcPct val="0"/>
        </a:spcBef>
        <a:spcAft>
          <a:spcPct val="0"/>
        </a:spcAft>
        <a:defRPr sz="3600" b="1">
          <a:solidFill>
            <a:schemeClr val="accent1"/>
          </a:solidFill>
          <a:latin typeface="Calibri" charset="0"/>
          <a:ea typeface="ＭＳ Ｐゴシック" charset="0"/>
          <a:cs typeface="ＭＳ Ｐゴシック" charset="0"/>
        </a:defRPr>
      </a:lvl5pPr>
      <a:lvl6pPr marL="457200" algn="l" rtl="0" eaLnBrk="1" fontAlgn="base" hangingPunct="1">
        <a:lnSpc>
          <a:spcPct val="85000"/>
        </a:lnSpc>
        <a:spcBef>
          <a:spcPct val="0"/>
        </a:spcBef>
        <a:spcAft>
          <a:spcPct val="0"/>
        </a:spcAft>
        <a:defRPr sz="3600" b="1">
          <a:solidFill>
            <a:schemeClr val="accent1"/>
          </a:solidFill>
          <a:latin typeface="Calibri" charset="0"/>
        </a:defRPr>
      </a:lvl6pPr>
      <a:lvl7pPr marL="914400" algn="l" rtl="0" eaLnBrk="1" fontAlgn="base" hangingPunct="1">
        <a:lnSpc>
          <a:spcPct val="85000"/>
        </a:lnSpc>
        <a:spcBef>
          <a:spcPct val="0"/>
        </a:spcBef>
        <a:spcAft>
          <a:spcPct val="0"/>
        </a:spcAft>
        <a:defRPr sz="3600" b="1">
          <a:solidFill>
            <a:schemeClr val="accent1"/>
          </a:solidFill>
          <a:latin typeface="Calibri" charset="0"/>
        </a:defRPr>
      </a:lvl7pPr>
      <a:lvl8pPr marL="1371600" algn="l" rtl="0" eaLnBrk="1" fontAlgn="base" hangingPunct="1">
        <a:lnSpc>
          <a:spcPct val="85000"/>
        </a:lnSpc>
        <a:spcBef>
          <a:spcPct val="0"/>
        </a:spcBef>
        <a:spcAft>
          <a:spcPct val="0"/>
        </a:spcAft>
        <a:defRPr sz="3600" b="1">
          <a:solidFill>
            <a:schemeClr val="accent1"/>
          </a:solidFill>
          <a:latin typeface="Calibri" charset="0"/>
        </a:defRPr>
      </a:lvl8pPr>
      <a:lvl9pPr marL="1828800" algn="l" rtl="0" eaLnBrk="1" fontAlgn="base" hangingPunct="1">
        <a:lnSpc>
          <a:spcPct val="85000"/>
        </a:lnSpc>
        <a:spcBef>
          <a:spcPct val="0"/>
        </a:spcBef>
        <a:spcAft>
          <a:spcPct val="0"/>
        </a:spcAft>
        <a:defRPr sz="3600" b="1">
          <a:solidFill>
            <a:schemeClr val="accent1"/>
          </a:solidFill>
          <a:latin typeface="Calibri" charset="0"/>
        </a:defRPr>
      </a:lvl9pPr>
    </p:titleStyle>
    <p:bodyStyle>
      <a:lvl1pPr marL="342900" indent="-342900" algn="l" rtl="0" eaLnBrk="1" fontAlgn="base" hangingPunct="1">
        <a:lnSpc>
          <a:spcPct val="100000"/>
        </a:lnSpc>
        <a:spcBef>
          <a:spcPts val="600"/>
        </a:spcBef>
        <a:spcAft>
          <a:spcPts val="0"/>
        </a:spcAft>
        <a:buClr>
          <a:schemeClr val="accent1"/>
        </a:buClr>
        <a:buFont typeface="Arial" charset="0"/>
        <a:buChar char="•"/>
        <a:defRPr sz="2400" kern="1200">
          <a:solidFill>
            <a:srgbClr val="333E48"/>
          </a:solidFill>
          <a:latin typeface="+mn-lt"/>
          <a:ea typeface="ＭＳ Ｐゴシック" charset="0"/>
          <a:cs typeface="ＭＳ Ｐゴシック" charset="0"/>
        </a:defRPr>
      </a:lvl1pPr>
      <a:lvl2pPr marL="58134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rgbClr val="333E48"/>
          </a:solidFill>
          <a:latin typeface="+mn-lt"/>
          <a:ea typeface="ＭＳ Ｐゴシック" charset="0"/>
          <a:cs typeface="+mn-cs"/>
        </a:defRPr>
      </a:lvl2pPr>
      <a:lvl3pPr marL="855663" indent="-166688"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3pPr>
      <a:lvl4pPr marL="1201738" indent="-173038" algn="l" rtl="0" eaLnBrk="1" fontAlgn="base" hangingPunct="1">
        <a:lnSpc>
          <a:spcPct val="100000"/>
        </a:lnSpc>
        <a:spcBef>
          <a:spcPts val="0"/>
        </a:spcBef>
        <a:spcAft>
          <a:spcPts val="0"/>
        </a:spcAft>
        <a:buClr>
          <a:schemeClr val="accent1"/>
        </a:buClr>
        <a:buSzPct val="80000"/>
        <a:buFont typeface="Wingdings" charset="2"/>
        <a:buChar char="§"/>
        <a:defRPr kern="1200">
          <a:solidFill>
            <a:srgbClr val="333E48"/>
          </a:solidFill>
          <a:latin typeface="+mn-lt"/>
          <a:ea typeface="ＭＳ Ｐゴシック" charset="0"/>
          <a:cs typeface="+mn-cs"/>
        </a:defRPr>
      </a:lvl4pPr>
      <a:lvl5pPr marL="1427163" indent="-168275" algn="l" rtl="0" eaLnBrk="1" fontAlgn="base" hangingPunct="1">
        <a:lnSpc>
          <a:spcPct val="100000"/>
        </a:lnSpc>
        <a:spcBef>
          <a:spcPts val="0"/>
        </a:spcBef>
        <a:spcAft>
          <a:spcPts val="0"/>
        </a:spcAft>
        <a:buClr>
          <a:schemeClr val="accent1"/>
        </a:buClr>
        <a:buSzPct val="80000"/>
        <a:buFont typeface="Calibri" charset="0"/>
        <a:buChar char="–"/>
        <a:defRPr kern="1200">
          <a:solidFill>
            <a:srgbClr val="333E48"/>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dirty="0" smtClean="0">
          <a:solidFill>
            <a:srgbClr val="383838"/>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dirty="0" smtClean="0">
          <a:solidFill>
            <a:srgbClr val="383838"/>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619" userDrawn="1">
          <p15:clr>
            <a:srgbClr val="F26B43"/>
          </p15:clr>
        </p15:guide>
        <p15:guide id="4" orient="horz" pos="300" userDrawn="1">
          <p15:clr>
            <a:srgbClr val="F26B43"/>
          </p15:clr>
        </p15:guide>
        <p15:guide id="5" orient="horz" pos="4020" userDrawn="1">
          <p15:clr>
            <a:srgbClr val="F26B43"/>
          </p15:clr>
        </p15:guide>
        <p15:guide id="6" pos="7378" userDrawn="1">
          <p15:clr>
            <a:srgbClr val="F26B43"/>
          </p15:clr>
        </p15:guide>
        <p15:guide id="7" pos="302" userDrawn="1">
          <p15:clr>
            <a:srgbClr val="F26B43"/>
          </p15:clr>
        </p15:guide>
        <p15:guide id="8" pos="706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emf"/><Relationship Id="rId3" Type="http://schemas.openxmlformats.org/officeDocument/2006/relationships/image" Target="../media/image5.emf"/><Relationship Id="rId7" Type="http://schemas.openxmlformats.org/officeDocument/2006/relationships/image" Target="../media/image9.svg"/><Relationship Id="rId12" Type="http://schemas.openxmlformats.org/officeDocument/2006/relationships/image" Target="../media/image14.emf"/><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8.png"/><Relationship Id="rId11" Type="http://schemas.openxmlformats.org/officeDocument/2006/relationships/image" Target="../media/image13.svg"/><Relationship Id="rId5" Type="http://schemas.openxmlformats.org/officeDocument/2006/relationships/image" Target="../media/image7.sv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sv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Arm-Examples#edge-ai-and-machine-learning" TargetMode="External"/><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Rectangle: Rounded Corners 73">
            <a:extLst>
              <a:ext uri="{FF2B5EF4-FFF2-40B4-BE49-F238E27FC236}">
                <a16:creationId xmlns:a16="http://schemas.microsoft.com/office/drawing/2014/main" id="{4DD7BE48-C7B4-4E0D-B6F5-01B378FDADF7}"/>
              </a:ext>
            </a:extLst>
          </p:cNvPr>
          <p:cNvSpPr/>
          <p:nvPr/>
        </p:nvSpPr>
        <p:spPr>
          <a:xfrm>
            <a:off x="6662795" y="1647299"/>
            <a:ext cx="5305368" cy="1316965"/>
          </a:xfrm>
          <a:prstGeom prst="roundRect">
            <a:avLst>
              <a:gd name="adj" fmla="val 1467"/>
            </a:avLst>
          </a:prstGeom>
          <a:noFill/>
          <a:ln w="19050">
            <a:solidFill>
              <a:srgbClr val="002B4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49" name="Picture 4" descr="Image result for typing icon">
            <a:extLst>
              <a:ext uri="{FF2B5EF4-FFF2-40B4-BE49-F238E27FC236}">
                <a16:creationId xmlns:a16="http://schemas.microsoft.com/office/drawing/2014/main" id="{EB16FBFE-F864-479F-884C-416AB13946FC}"/>
              </a:ext>
            </a:extLst>
          </p:cNvPr>
          <p:cNvPicPr>
            <a:picLocks noChangeAspect="1" noChangeArrowheads="1"/>
          </p:cNvPicPr>
          <p:nvPr/>
        </p:nvPicPr>
        <p:blipFill>
          <a:blip r:embed="rId3">
            <a:lum bright="70000" contrast="-70000"/>
            <a:extLst>
              <a:ext uri="{28A0092B-C50C-407E-A947-70E740481C1C}">
                <a14:useLocalDpi xmlns:a14="http://schemas.microsoft.com/office/drawing/2010/main" val="0"/>
              </a:ext>
            </a:extLst>
          </a:blip>
          <a:srcRect/>
          <a:stretch>
            <a:fillRect/>
          </a:stretch>
        </p:blipFill>
        <p:spPr bwMode="auto">
          <a:xfrm>
            <a:off x="2462518" y="2705625"/>
            <a:ext cx="1273212" cy="1273212"/>
          </a:xfrm>
          <a:prstGeom prst="rect">
            <a:avLst/>
          </a:prstGeom>
          <a:solidFill>
            <a:schemeClr val="bg1"/>
          </a:solidFill>
        </p:spPr>
      </p:pic>
      <p:sp>
        <p:nvSpPr>
          <p:cNvPr id="66" name="Rectangle: Rounded Corners 65">
            <a:extLst>
              <a:ext uri="{FF2B5EF4-FFF2-40B4-BE49-F238E27FC236}">
                <a16:creationId xmlns:a16="http://schemas.microsoft.com/office/drawing/2014/main" id="{7ED14286-FAE0-40A8-BB99-3D4B08E3B8C7}"/>
              </a:ext>
            </a:extLst>
          </p:cNvPr>
          <p:cNvSpPr/>
          <p:nvPr/>
        </p:nvSpPr>
        <p:spPr>
          <a:xfrm>
            <a:off x="4425283" y="1805167"/>
            <a:ext cx="1228515" cy="74699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Code Repository</a:t>
            </a:r>
          </a:p>
        </p:txBody>
      </p:sp>
      <p:sp>
        <p:nvSpPr>
          <p:cNvPr id="75" name="TextBox 74">
            <a:extLst>
              <a:ext uri="{FF2B5EF4-FFF2-40B4-BE49-F238E27FC236}">
                <a16:creationId xmlns:a16="http://schemas.microsoft.com/office/drawing/2014/main" id="{962EE36E-A9B2-4B08-B767-7622C25AE15F}"/>
              </a:ext>
            </a:extLst>
          </p:cNvPr>
          <p:cNvSpPr txBox="1"/>
          <p:nvPr/>
        </p:nvSpPr>
        <p:spPr>
          <a:xfrm>
            <a:off x="6549182" y="2682046"/>
            <a:ext cx="1507476" cy="208006"/>
          </a:xfrm>
          <a:prstGeom prst="rect">
            <a:avLst/>
          </a:prstGeom>
          <a:noFill/>
        </p:spPr>
        <p:txBody>
          <a:bodyPr wrap="square" lIns="0" tIns="0" rIns="0" bIns="0" rtlCol="0">
            <a:spAutoFit/>
          </a:bodyPr>
          <a:lstStyle/>
          <a:p>
            <a:pPr algn="ctr" defTabSz="914431" eaLnBrk="1" hangingPunct="1">
              <a:lnSpc>
                <a:spcPts val="1620"/>
              </a:lnSpc>
              <a:spcBef>
                <a:spcPts val="0"/>
              </a:spcBef>
              <a:spcAft>
                <a:spcPts val="600"/>
              </a:spcAft>
            </a:pPr>
            <a:r>
              <a:rPr lang="en-US" sz="1600" dirty="0">
                <a:solidFill>
                  <a:schemeClr val="tx2"/>
                </a:solidFill>
                <a:latin typeface="+mn-lt"/>
                <a:ea typeface="+mn-ea"/>
              </a:rPr>
              <a:t>CI Pipeline</a:t>
            </a:r>
          </a:p>
        </p:txBody>
      </p:sp>
      <p:sp>
        <p:nvSpPr>
          <p:cNvPr id="83" name="TextBox 82">
            <a:extLst>
              <a:ext uri="{FF2B5EF4-FFF2-40B4-BE49-F238E27FC236}">
                <a16:creationId xmlns:a16="http://schemas.microsoft.com/office/drawing/2014/main" id="{CA0CB3E5-601F-4448-8C48-E5698751A43E}"/>
              </a:ext>
            </a:extLst>
          </p:cNvPr>
          <p:cNvSpPr txBox="1"/>
          <p:nvPr/>
        </p:nvSpPr>
        <p:spPr>
          <a:xfrm>
            <a:off x="2893023" y="1815994"/>
            <a:ext cx="1412410" cy="208006"/>
          </a:xfrm>
          <a:prstGeom prst="rect">
            <a:avLst/>
          </a:prstGeom>
          <a:noFill/>
        </p:spPr>
        <p:txBody>
          <a:bodyPr wrap="square" lIns="0" tIns="0" rIns="0" bIns="0" rtlCol="0">
            <a:spAutoFit/>
          </a:bodyPr>
          <a:lstStyle/>
          <a:p>
            <a:pPr algn="ctr" defTabSz="914431" eaLnBrk="1" hangingPunct="1">
              <a:lnSpc>
                <a:spcPts val="1620"/>
              </a:lnSpc>
              <a:spcBef>
                <a:spcPts val="0"/>
              </a:spcBef>
              <a:spcAft>
                <a:spcPts val="600"/>
              </a:spcAft>
            </a:pPr>
            <a:r>
              <a:rPr lang="en-US" sz="1600" dirty="0">
                <a:solidFill>
                  <a:schemeClr val="tx2"/>
                </a:solidFill>
                <a:latin typeface="+mn-lt"/>
                <a:ea typeface="+mn-ea"/>
              </a:rPr>
              <a:t>Code update</a:t>
            </a:r>
          </a:p>
        </p:txBody>
      </p:sp>
      <p:cxnSp>
        <p:nvCxnSpPr>
          <p:cNvPr id="84" name="Connector: Elbow 67">
            <a:extLst>
              <a:ext uri="{FF2B5EF4-FFF2-40B4-BE49-F238E27FC236}">
                <a16:creationId xmlns:a16="http://schemas.microsoft.com/office/drawing/2014/main" id="{560E88FD-6185-4B02-9019-FD6AC964E5A5}"/>
              </a:ext>
            </a:extLst>
          </p:cNvPr>
          <p:cNvCxnSpPr>
            <a:cxnSpLocks/>
            <a:stCxn id="49" idx="0"/>
          </p:cNvCxnSpPr>
          <p:nvPr/>
        </p:nvCxnSpPr>
        <p:spPr>
          <a:xfrm rot="5400000" flipH="1" flipV="1">
            <a:off x="3460319" y="1815954"/>
            <a:ext cx="528476" cy="1250867"/>
          </a:xfrm>
          <a:prstGeom prst="bentConnector2">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A8D7A857-680E-46BC-BE81-FA957AA4EB5C}"/>
              </a:ext>
            </a:extLst>
          </p:cNvPr>
          <p:cNvSpPr txBox="1"/>
          <p:nvPr/>
        </p:nvSpPr>
        <p:spPr>
          <a:xfrm>
            <a:off x="5697668" y="1810271"/>
            <a:ext cx="921920" cy="208006"/>
          </a:xfrm>
          <a:prstGeom prst="rect">
            <a:avLst/>
          </a:prstGeom>
          <a:noFill/>
        </p:spPr>
        <p:txBody>
          <a:bodyPr wrap="square" lIns="0" tIns="0" rIns="0" bIns="0" rtlCol="0">
            <a:spAutoFit/>
          </a:bodyPr>
          <a:lstStyle/>
          <a:p>
            <a:pPr algn="ctr" defTabSz="914431" eaLnBrk="1" hangingPunct="1">
              <a:lnSpc>
                <a:spcPts val="1620"/>
              </a:lnSpc>
              <a:spcBef>
                <a:spcPts val="0"/>
              </a:spcBef>
              <a:spcAft>
                <a:spcPts val="600"/>
              </a:spcAft>
            </a:pPr>
            <a:r>
              <a:rPr lang="en-US" sz="1600" dirty="0">
                <a:solidFill>
                  <a:schemeClr val="tx2"/>
                </a:solidFill>
                <a:latin typeface="+mn-lt"/>
                <a:ea typeface="+mn-ea"/>
              </a:rPr>
              <a:t>Start CI</a:t>
            </a:r>
          </a:p>
        </p:txBody>
      </p:sp>
      <p:cxnSp>
        <p:nvCxnSpPr>
          <p:cNvPr id="91" name="Connector: Elbow 67">
            <a:extLst>
              <a:ext uri="{FF2B5EF4-FFF2-40B4-BE49-F238E27FC236}">
                <a16:creationId xmlns:a16="http://schemas.microsoft.com/office/drawing/2014/main" id="{E02F5243-42AB-42F6-A793-D6AC01DC8BCE}"/>
              </a:ext>
            </a:extLst>
          </p:cNvPr>
          <p:cNvCxnSpPr>
            <a:cxnSpLocks/>
          </p:cNvCxnSpPr>
          <p:nvPr/>
        </p:nvCxnSpPr>
        <p:spPr>
          <a:xfrm>
            <a:off x="5721994" y="2149438"/>
            <a:ext cx="827188"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3" name="AutoShape 4">
            <a:extLst>
              <a:ext uri="{FF2B5EF4-FFF2-40B4-BE49-F238E27FC236}">
                <a16:creationId xmlns:a16="http://schemas.microsoft.com/office/drawing/2014/main" id="{D6021673-1082-49E1-8855-F8AF88937087}"/>
              </a:ext>
            </a:extLst>
          </p:cNvPr>
          <p:cNvSpPr>
            <a:spLocks noChangeAspect="1" noChangeArrowheads="1"/>
          </p:cNvSpPr>
          <p:nvPr/>
        </p:nvSpPr>
        <p:spPr bwMode="auto">
          <a:xfrm>
            <a:off x="7245630" y="1342499"/>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sp>
        <p:nvSpPr>
          <p:cNvPr id="92" name="Rectangle: Rounded Corners 91">
            <a:extLst>
              <a:ext uri="{FF2B5EF4-FFF2-40B4-BE49-F238E27FC236}">
                <a16:creationId xmlns:a16="http://schemas.microsoft.com/office/drawing/2014/main" id="{95985936-72C9-4617-87AC-F85E8E0E3CF9}"/>
              </a:ext>
            </a:extLst>
          </p:cNvPr>
          <p:cNvSpPr/>
          <p:nvPr/>
        </p:nvSpPr>
        <p:spPr>
          <a:xfrm>
            <a:off x="6865817" y="1810272"/>
            <a:ext cx="1228515" cy="74699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Build</a:t>
            </a:r>
          </a:p>
        </p:txBody>
      </p:sp>
      <p:cxnSp>
        <p:nvCxnSpPr>
          <p:cNvPr id="94" name="Straight Arrow Connector 93">
            <a:extLst>
              <a:ext uri="{FF2B5EF4-FFF2-40B4-BE49-F238E27FC236}">
                <a16:creationId xmlns:a16="http://schemas.microsoft.com/office/drawing/2014/main" id="{9CF2530F-8A5A-4684-9F71-E47E14D15BB5}"/>
              </a:ext>
            </a:extLst>
          </p:cNvPr>
          <p:cNvCxnSpPr>
            <a:cxnSpLocks/>
          </p:cNvCxnSpPr>
          <p:nvPr/>
        </p:nvCxnSpPr>
        <p:spPr>
          <a:xfrm>
            <a:off x="8137538" y="2149438"/>
            <a:ext cx="522786" cy="190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5" name="Rectangle: Rounded Corners 94">
            <a:extLst>
              <a:ext uri="{FF2B5EF4-FFF2-40B4-BE49-F238E27FC236}">
                <a16:creationId xmlns:a16="http://schemas.microsoft.com/office/drawing/2014/main" id="{54C3D6FB-0357-4AAA-AAEA-E2366DC0CFD6}"/>
              </a:ext>
            </a:extLst>
          </p:cNvPr>
          <p:cNvSpPr/>
          <p:nvPr/>
        </p:nvSpPr>
        <p:spPr>
          <a:xfrm>
            <a:off x="8692714" y="1802421"/>
            <a:ext cx="1228515" cy="75484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Test</a:t>
            </a:r>
          </a:p>
        </p:txBody>
      </p:sp>
      <p:cxnSp>
        <p:nvCxnSpPr>
          <p:cNvPr id="97" name="Straight Arrow Connector 96">
            <a:extLst>
              <a:ext uri="{FF2B5EF4-FFF2-40B4-BE49-F238E27FC236}">
                <a16:creationId xmlns:a16="http://schemas.microsoft.com/office/drawing/2014/main" id="{39CB2D46-A3AD-4C15-B698-315FF3E36A43}"/>
              </a:ext>
            </a:extLst>
          </p:cNvPr>
          <p:cNvCxnSpPr>
            <a:cxnSpLocks/>
          </p:cNvCxnSpPr>
          <p:nvPr/>
        </p:nvCxnSpPr>
        <p:spPr>
          <a:xfrm>
            <a:off x="9987205" y="2165762"/>
            <a:ext cx="522786" cy="1904"/>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98" name="Rectangle: Rounded Corners 97">
            <a:extLst>
              <a:ext uri="{FF2B5EF4-FFF2-40B4-BE49-F238E27FC236}">
                <a16:creationId xmlns:a16="http://schemas.microsoft.com/office/drawing/2014/main" id="{FDE26E54-3264-4D3E-B1D7-A2818B9C1D64}"/>
              </a:ext>
            </a:extLst>
          </p:cNvPr>
          <p:cNvSpPr/>
          <p:nvPr/>
        </p:nvSpPr>
        <p:spPr>
          <a:xfrm>
            <a:off x="10557988" y="1802131"/>
            <a:ext cx="1228515" cy="750033"/>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Results</a:t>
            </a:r>
          </a:p>
        </p:txBody>
      </p:sp>
      <p:cxnSp>
        <p:nvCxnSpPr>
          <p:cNvPr id="105" name="Connector: Elbow 67">
            <a:extLst>
              <a:ext uri="{FF2B5EF4-FFF2-40B4-BE49-F238E27FC236}">
                <a16:creationId xmlns:a16="http://schemas.microsoft.com/office/drawing/2014/main" id="{5CBBEBBF-028A-4E20-99FE-C6B014D38EB0}"/>
              </a:ext>
            </a:extLst>
          </p:cNvPr>
          <p:cNvCxnSpPr>
            <a:cxnSpLocks/>
          </p:cNvCxnSpPr>
          <p:nvPr/>
        </p:nvCxnSpPr>
        <p:spPr>
          <a:xfrm rot="10800000">
            <a:off x="5035620" y="2647190"/>
            <a:ext cx="6185506" cy="946116"/>
          </a:xfrm>
          <a:prstGeom prst="bentConnector3">
            <a:avLst>
              <a:gd name="adj1" fmla="val 99985"/>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4C1DDEA7-A496-4574-B216-17970B65D055}"/>
              </a:ext>
            </a:extLst>
          </p:cNvPr>
          <p:cNvCxnSpPr>
            <a:cxnSpLocks/>
          </p:cNvCxnSpPr>
          <p:nvPr/>
        </p:nvCxnSpPr>
        <p:spPr>
          <a:xfrm flipH="1">
            <a:off x="11221119" y="2552164"/>
            <a:ext cx="720" cy="1041143"/>
          </a:xfrm>
          <a:prstGeom prst="straightConnector1">
            <a:avLst/>
          </a:prstGeom>
          <a:ln w="28575">
            <a:solidFill>
              <a:schemeClr val="tx2"/>
            </a:solidFill>
            <a:tailEnd type="none"/>
          </a:ln>
        </p:spPr>
        <p:style>
          <a:lnRef idx="1">
            <a:schemeClr val="accent1"/>
          </a:lnRef>
          <a:fillRef idx="0">
            <a:schemeClr val="accent1"/>
          </a:fillRef>
          <a:effectRef idx="0">
            <a:schemeClr val="accent1"/>
          </a:effectRef>
          <a:fontRef idx="minor">
            <a:schemeClr val="tx1"/>
          </a:fontRef>
        </p:style>
      </p:cxnSp>
      <p:sp>
        <p:nvSpPr>
          <p:cNvPr id="117" name="TextBox 116">
            <a:extLst>
              <a:ext uri="{FF2B5EF4-FFF2-40B4-BE49-F238E27FC236}">
                <a16:creationId xmlns:a16="http://schemas.microsoft.com/office/drawing/2014/main" id="{EDA9E666-A8B7-401E-A6E2-AFBBBE3E5F5F}"/>
              </a:ext>
            </a:extLst>
          </p:cNvPr>
          <p:cNvSpPr txBox="1"/>
          <p:nvPr/>
        </p:nvSpPr>
        <p:spPr>
          <a:xfrm>
            <a:off x="5524756" y="3342231"/>
            <a:ext cx="1596391" cy="208006"/>
          </a:xfrm>
          <a:prstGeom prst="rect">
            <a:avLst/>
          </a:prstGeom>
          <a:noFill/>
        </p:spPr>
        <p:txBody>
          <a:bodyPr wrap="square" lIns="0" tIns="0" rIns="0" bIns="0" rtlCol="0">
            <a:spAutoFit/>
          </a:bodyPr>
          <a:lstStyle/>
          <a:p>
            <a:pPr algn="ctr" defTabSz="914431" eaLnBrk="1" hangingPunct="1">
              <a:lnSpc>
                <a:spcPts val="1620"/>
              </a:lnSpc>
              <a:spcBef>
                <a:spcPts val="0"/>
              </a:spcBef>
              <a:spcAft>
                <a:spcPts val="600"/>
              </a:spcAft>
            </a:pPr>
            <a:r>
              <a:rPr lang="en-US" sz="1600" dirty="0">
                <a:solidFill>
                  <a:schemeClr val="tx2"/>
                </a:solidFill>
                <a:latin typeface="+mn-lt"/>
                <a:ea typeface="+mn-ea"/>
              </a:rPr>
              <a:t>Return CI results</a:t>
            </a:r>
          </a:p>
        </p:txBody>
      </p:sp>
      <p:sp>
        <p:nvSpPr>
          <p:cNvPr id="31" name="Rectangle: Rounded Corners 30">
            <a:extLst>
              <a:ext uri="{FF2B5EF4-FFF2-40B4-BE49-F238E27FC236}">
                <a16:creationId xmlns:a16="http://schemas.microsoft.com/office/drawing/2014/main" id="{613F11E8-3E80-6558-735F-E97DCACBA653}"/>
              </a:ext>
            </a:extLst>
          </p:cNvPr>
          <p:cNvSpPr/>
          <p:nvPr/>
        </p:nvSpPr>
        <p:spPr>
          <a:xfrm>
            <a:off x="631215" y="2504775"/>
            <a:ext cx="1422224" cy="941459"/>
          </a:xfrm>
          <a:prstGeom prst="roundRect">
            <a:avLst>
              <a:gd name="adj"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Local development &amp; debug</a:t>
            </a:r>
          </a:p>
        </p:txBody>
      </p:sp>
      <p:cxnSp>
        <p:nvCxnSpPr>
          <p:cNvPr id="32" name="Connector: Elbow 67">
            <a:extLst>
              <a:ext uri="{FF2B5EF4-FFF2-40B4-BE49-F238E27FC236}">
                <a16:creationId xmlns:a16="http://schemas.microsoft.com/office/drawing/2014/main" id="{B53A8258-1610-2C16-7837-C719435E3D79}"/>
              </a:ext>
            </a:extLst>
          </p:cNvPr>
          <p:cNvCxnSpPr>
            <a:cxnSpLocks/>
          </p:cNvCxnSpPr>
          <p:nvPr/>
        </p:nvCxnSpPr>
        <p:spPr>
          <a:xfrm flipH="1">
            <a:off x="2101864" y="3133387"/>
            <a:ext cx="614706" cy="0"/>
          </a:xfrm>
          <a:prstGeom prst="straightConnector1">
            <a:avLst/>
          </a:prstGeom>
          <a:ln w="28575">
            <a:solidFill>
              <a:schemeClr val="tx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67">
            <a:extLst>
              <a:ext uri="{FF2B5EF4-FFF2-40B4-BE49-F238E27FC236}">
                <a16:creationId xmlns:a16="http://schemas.microsoft.com/office/drawing/2014/main" id="{BD6D2F98-9106-E4A1-36A7-00409DD0E6A8}"/>
              </a:ext>
            </a:extLst>
          </p:cNvPr>
          <p:cNvCxnSpPr>
            <a:cxnSpLocks/>
          </p:cNvCxnSpPr>
          <p:nvPr/>
        </p:nvCxnSpPr>
        <p:spPr>
          <a:xfrm flipH="1">
            <a:off x="3637865" y="3593307"/>
            <a:ext cx="1625585" cy="0"/>
          </a:xfrm>
          <a:prstGeom prst="straightConnector1">
            <a:avLst/>
          </a:prstGeom>
          <a:ln w="28575">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8357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D53EA0-2B36-4F75-7BF4-F4EF4B594797}"/>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0C5EDB6-1BD6-A071-F4FD-5D3911E422F7}"/>
              </a:ext>
            </a:extLst>
          </p:cNvPr>
          <p:cNvSpPr/>
          <p:nvPr/>
        </p:nvSpPr>
        <p:spPr>
          <a:xfrm>
            <a:off x="407084" y="1031025"/>
            <a:ext cx="9128802" cy="5134919"/>
          </a:xfrm>
          <a:prstGeom prst="rect">
            <a:avLst/>
          </a:prstGeom>
          <a:solidFill>
            <a:srgbClr val="F2F2F2">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D9689BEE-65D0-7A7A-B197-B041675691E9}"/>
              </a:ext>
            </a:extLst>
          </p:cNvPr>
          <p:cNvSpPr/>
          <p:nvPr/>
        </p:nvSpPr>
        <p:spPr>
          <a:xfrm>
            <a:off x="1400849" y="1352668"/>
            <a:ext cx="7993318" cy="1976097"/>
          </a:xfrm>
          <a:prstGeom prst="rect">
            <a:avLst/>
          </a:prstGeom>
          <a:solidFill>
            <a:schemeClr val="bg1">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defRPr/>
            </a:pPr>
            <a:r>
              <a:rPr lang="en-US" sz="1400" b="1" spc="400" dirty="0">
                <a:solidFill>
                  <a:schemeClr val="tx1"/>
                </a:solidFill>
                <a:latin typeface="Aeonik Fono" panose="020B0504030300000000" pitchFamily="34" charset="0"/>
                <a:ea typeface="ＭＳ Ｐゴシック" charset="0"/>
              </a:rPr>
              <a:t>CLASSIC EMBEDDED DEVELOPMENT</a:t>
            </a:r>
          </a:p>
        </p:txBody>
      </p:sp>
      <p:pic>
        <p:nvPicPr>
          <p:cNvPr id="60" name="Picture 59">
            <a:extLst>
              <a:ext uri="{FF2B5EF4-FFF2-40B4-BE49-F238E27FC236}">
                <a16:creationId xmlns:a16="http://schemas.microsoft.com/office/drawing/2014/main" id="{2E82E6CE-92A5-2A20-D721-68B448FB025A}"/>
              </a:ext>
            </a:extLst>
          </p:cNvPr>
          <p:cNvPicPr>
            <a:picLocks noChangeAspect="1"/>
          </p:cNvPicPr>
          <p:nvPr/>
        </p:nvPicPr>
        <p:blipFill>
          <a:blip r:embed="rId3"/>
          <a:stretch>
            <a:fillRect/>
          </a:stretch>
        </p:blipFill>
        <p:spPr>
          <a:xfrm>
            <a:off x="584450" y="1410212"/>
            <a:ext cx="371504" cy="471311"/>
          </a:xfrm>
          <a:prstGeom prst="rect">
            <a:avLst/>
          </a:prstGeom>
        </p:spPr>
      </p:pic>
      <p:sp>
        <p:nvSpPr>
          <p:cNvPr id="61" name="Rectangle 60">
            <a:extLst>
              <a:ext uri="{FF2B5EF4-FFF2-40B4-BE49-F238E27FC236}">
                <a16:creationId xmlns:a16="http://schemas.microsoft.com/office/drawing/2014/main" id="{039AEC77-402E-1201-44BB-D7B3FC4611B3}"/>
              </a:ext>
            </a:extLst>
          </p:cNvPr>
          <p:cNvSpPr/>
          <p:nvPr/>
        </p:nvSpPr>
        <p:spPr>
          <a:xfrm>
            <a:off x="1400848" y="3879402"/>
            <a:ext cx="7993319" cy="1947572"/>
          </a:xfrm>
          <a:prstGeom prst="rect">
            <a:avLst/>
          </a:prstGeom>
          <a:solidFill>
            <a:schemeClr val="bg1">
              <a:lumMod val="50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defRPr/>
            </a:pPr>
            <a:r>
              <a:rPr kumimoji="0" lang="en-US" sz="1400" b="0" i="0" u="none" strike="noStrike" kern="1200" cap="none" spc="0" normalizeH="0" baseline="0" noProof="0" dirty="0">
                <a:ln>
                  <a:noFill/>
                </a:ln>
                <a:solidFill>
                  <a:schemeClr val="bg1"/>
                </a:solidFill>
                <a:effectLst/>
                <a:uLnTx/>
                <a:uFillTx/>
                <a:latin typeface="Calibri" panose="020F0502020204030204" pitchFamily="34" charset="0"/>
                <a:ea typeface="+mn-ea"/>
                <a:cs typeface="Calibri" panose="020F0502020204030204" pitchFamily="34" charset="0"/>
              </a:rPr>
              <a:t>   </a:t>
            </a:r>
            <a:r>
              <a:rPr lang="en-US" sz="1400" b="1" spc="400" dirty="0">
                <a:solidFill>
                  <a:schemeClr val="tx1"/>
                </a:solidFill>
                <a:latin typeface="Aeonik Fono" panose="020B0504030300000000" pitchFamily="34" charset="0"/>
                <a:ea typeface="ＭＳ Ｐゴシック"/>
              </a:rPr>
              <a:t>ML MODEL DEVELOPMENT  (</a:t>
            </a:r>
            <a:r>
              <a:rPr lang="en-US" sz="1400" b="1" spc="400" dirty="0" err="1">
                <a:solidFill>
                  <a:schemeClr val="tx1"/>
                </a:solidFill>
                <a:latin typeface="Aeonik Fono" panose="020B0504030300000000" pitchFamily="34" charset="0"/>
                <a:ea typeface="ＭＳ Ｐゴシック"/>
              </a:rPr>
              <a:t>MLOps</a:t>
            </a:r>
            <a:r>
              <a:rPr lang="en-US" sz="1400" b="1" spc="400" dirty="0">
                <a:solidFill>
                  <a:schemeClr val="tx1"/>
                </a:solidFill>
                <a:latin typeface="Aeonik Fono" panose="020B0504030300000000" pitchFamily="34" charset="0"/>
                <a:ea typeface="ＭＳ Ｐゴシック"/>
              </a:rPr>
              <a:t>)</a:t>
            </a:r>
            <a:endParaRPr lang="en-US" sz="1400" dirty="0">
              <a:solidFill>
                <a:schemeClr val="tx1"/>
              </a:solidFill>
              <a:latin typeface="Aeonik Fono" panose="020B0504030300000000" pitchFamily="34" charset="0"/>
              <a:ea typeface="ＭＳ Ｐゴシック" charset="0"/>
            </a:endParaRPr>
          </a:p>
        </p:txBody>
      </p:sp>
      <p:sp>
        <p:nvSpPr>
          <p:cNvPr id="63" name="Content Placeholder 2">
            <a:extLst>
              <a:ext uri="{FF2B5EF4-FFF2-40B4-BE49-F238E27FC236}">
                <a16:creationId xmlns:a16="http://schemas.microsoft.com/office/drawing/2014/main" id="{B1ACBE11-37DE-BA90-6AEC-87FD54D5AE52}"/>
              </a:ext>
            </a:extLst>
          </p:cNvPr>
          <p:cNvSpPr txBox="1">
            <a:spLocks/>
          </p:cNvSpPr>
          <p:nvPr/>
        </p:nvSpPr>
        <p:spPr>
          <a:xfrm>
            <a:off x="3683501" y="1510937"/>
            <a:ext cx="4824995" cy="170332"/>
          </a:xfrm>
          <a:prstGeom prst="rect">
            <a:avLst/>
          </a:prstGeom>
        </p:spPr>
        <p:txBody>
          <a:bodyPr vert="horz" lIns="0" tIns="0" rIns="0" bIns="0" rtlCol="0">
            <a:noAutofit/>
          </a:bodyPr>
          <a:lstStyle>
            <a:lvl1pPr marL="342900" indent="-342900" algn="l" rtl="0" eaLnBrk="1" fontAlgn="base" hangingPunct="1">
              <a:lnSpc>
                <a:spcPct val="100000"/>
              </a:lnSpc>
              <a:spcBef>
                <a:spcPts val="600"/>
              </a:spcBef>
              <a:spcAft>
                <a:spcPts val="0"/>
              </a:spcAft>
              <a:buClr>
                <a:schemeClr val="accent1"/>
              </a:buClr>
              <a:buFontTx/>
              <a:buBlip>
                <a:blip r:embed="rId4">
                  <a:extLst>
                    <a:ext uri="{96DAC541-7B7A-43D3-8B79-37D633B846F1}">
                      <asvg:svgBlip xmlns:asvg="http://schemas.microsoft.com/office/drawing/2016/SVG/main" r:embed="rId5"/>
                    </a:ext>
                  </a:extLst>
                </a:blip>
              </a:buBlip>
              <a:defRPr sz="2400" kern="1200">
                <a:solidFill>
                  <a:schemeClr val="tx2"/>
                </a:solidFill>
                <a:latin typeface="+mn-lt"/>
                <a:ea typeface="ＭＳ Ｐゴシック" charset="0"/>
                <a:cs typeface="ＭＳ Ｐゴシック" charset="0"/>
              </a:defRPr>
            </a:lvl1pPr>
            <a:lvl2pPr marL="672783" indent="-166688" algn="l" rtl="0" eaLnBrk="1" fontAlgn="base" hangingPunct="1">
              <a:lnSpc>
                <a:spcPct val="100000"/>
              </a:lnSpc>
              <a:spcBef>
                <a:spcPts val="0"/>
              </a:spcBef>
              <a:spcAft>
                <a:spcPts val="0"/>
              </a:spcAft>
              <a:buClr>
                <a:schemeClr val="accent1"/>
              </a:buClr>
              <a:buSzPct val="80000"/>
              <a:buFont typeface="Arial" charset="0"/>
              <a:buChar char="•"/>
              <a:defRPr sz="2000" kern="1200">
                <a:solidFill>
                  <a:schemeClr val="tx2"/>
                </a:solidFill>
                <a:latin typeface="+mn-lt"/>
                <a:ea typeface="ＭＳ Ｐゴシック" charset="0"/>
                <a:cs typeface="+mn-cs"/>
              </a:defRPr>
            </a:lvl2pPr>
            <a:lvl3pPr marL="947103" indent="-166688" algn="l" rtl="0" eaLnBrk="1" fontAlgn="base" hangingPunct="1">
              <a:lnSpc>
                <a:spcPct val="100000"/>
              </a:lnSpc>
              <a:spcBef>
                <a:spcPts val="0"/>
              </a:spcBef>
              <a:spcAft>
                <a:spcPts val="0"/>
              </a:spcAft>
              <a:buClr>
                <a:schemeClr val="accent1"/>
              </a:buClr>
              <a:buSzPct val="80000"/>
              <a:buFontTx/>
              <a:buBlip>
                <a:blip r:embed="rId6">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3pPr>
            <a:lvl4pPr marL="1293178" indent="-173038" algn="l" rtl="0" eaLnBrk="1" fontAlgn="base" hangingPunct="1">
              <a:lnSpc>
                <a:spcPct val="100000"/>
              </a:lnSpc>
              <a:spcBef>
                <a:spcPts val="0"/>
              </a:spcBef>
              <a:spcAft>
                <a:spcPts val="0"/>
              </a:spcAft>
              <a:buClr>
                <a:schemeClr val="accent1"/>
              </a:buClr>
              <a:buSzPct val="80000"/>
              <a:buFont typeface="Wingdings" charset="2"/>
              <a:buChar char="§"/>
              <a:defRPr sz="1800" kern="1200">
                <a:solidFill>
                  <a:schemeClr val="tx2"/>
                </a:solidFill>
                <a:latin typeface="+mn-lt"/>
                <a:ea typeface="ＭＳ Ｐゴシック" charset="0"/>
                <a:cs typeface="+mn-cs"/>
              </a:defRPr>
            </a:lvl4pPr>
            <a:lvl5pPr marL="1518603" indent="-168275" algn="l" rtl="0" eaLnBrk="1" fontAlgn="base" hangingPunct="1">
              <a:lnSpc>
                <a:spcPct val="100000"/>
              </a:lnSpc>
              <a:spcBef>
                <a:spcPts val="0"/>
              </a:spcBef>
              <a:spcAft>
                <a:spcPts val="0"/>
              </a:spcAft>
              <a:buClr>
                <a:schemeClr val="accent1"/>
              </a:buClr>
              <a:buSzPct val="80000"/>
              <a:buFontTx/>
              <a:buBlip>
                <a:blip r:embed="rId6">
                  <a:extLst>
                    <a:ext uri="{96DAC541-7B7A-43D3-8B79-37D633B846F1}">
                      <asvg:svgBlip xmlns:asvg="http://schemas.microsoft.com/office/drawing/2016/SVG/main" r:embed="rId7"/>
                    </a:ext>
                  </a:extLst>
                </a:blip>
              </a:buBlip>
              <a:defRPr sz="1800" kern="1200">
                <a:solidFill>
                  <a:schemeClr val="tx2"/>
                </a:solidFill>
                <a:latin typeface="+mn-lt"/>
                <a:ea typeface="ＭＳ Ｐゴシック" charset="0"/>
                <a:cs typeface="+mn-cs"/>
              </a:defRPr>
            </a:lvl5pPr>
            <a:lvl6pPr marL="16550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6pPr>
            <a:lvl7pPr marL="18836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7pPr>
            <a:lvl8pPr marL="2112264" indent="-164592" algn="l" defTabSz="914400" rtl="0" eaLnBrk="1" latinLnBrk="0" hangingPunct="1">
              <a:lnSpc>
                <a:spcPct val="100000"/>
              </a:lnSpc>
              <a:spcBef>
                <a:spcPts val="0"/>
              </a:spcBef>
              <a:spcAft>
                <a:spcPts val="0"/>
              </a:spcAft>
              <a:buClr>
                <a:schemeClr val="accent1"/>
              </a:buClr>
              <a:buSzPct val="80000"/>
              <a:buFont typeface="Wingdings" panose="05000000000000000000" pitchFamily="2" charset="2"/>
              <a:buChar char="§"/>
              <a:defRPr lang="en-US" sz="1600" kern="1200">
                <a:solidFill>
                  <a:schemeClr val="tx2"/>
                </a:solidFill>
                <a:latin typeface="+mn-lt"/>
                <a:ea typeface="+mn-ea"/>
                <a:cs typeface="+mn-cs"/>
              </a:defRPr>
            </a:lvl8pPr>
            <a:lvl9pPr marL="2340864" indent="-164592" algn="l" defTabSz="914400" rtl="0" eaLnBrk="1" latinLnBrk="0" hangingPunct="1">
              <a:lnSpc>
                <a:spcPct val="100000"/>
              </a:lnSpc>
              <a:spcBef>
                <a:spcPts val="0"/>
              </a:spcBef>
              <a:spcAft>
                <a:spcPts val="0"/>
              </a:spcAft>
              <a:buClr>
                <a:schemeClr val="accent1"/>
              </a:buClr>
              <a:buSzPct val="80000"/>
              <a:buFont typeface="Calibri" panose="020F0502020204030204" pitchFamily="34" charset="0"/>
              <a:buChar char="–"/>
              <a:defRPr lang="en-US" sz="1600" kern="1200">
                <a:solidFill>
                  <a:schemeClr val="tx2"/>
                </a:solidFill>
                <a:latin typeface="+mn-lt"/>
                <a:ea typeface="+mn-ea"/>
                <a:cs typeface="+mn-cs"/>
              </a:defRPr>
            </a:lvl9pPr>
          </a:lstStyle>
          <a:p>
            <a:pPr marL="0" marR="0" lvl="0" indent="0" algn="ctr" defTabSz="1219170" rtl="0" eaLnBrk="1" fontAlgn="base" latinLnBrk="0" hangingPunct="1">
              <a:lnSpc>
                <a:spcPct val="100000"/>
              </a:lnSpc>
              <a:spcBef>
                <a:spcPts val="800"/>
              </a:spcBef>
              <a:spcAft>
                <a:spcPts val="0"/>
              </a:spcAft>
              <a:buClr>
                <a:srgbClr val="0091BD"/>
              </a:buClr>
              <a:buSzTx/>
              <a:buFontTx/>
              <a:buNone/>
              <a:tabLst/>
              <a:defRPr/>
            </a:pPr>
            <a:endParaRPr kumimoji="0" lang="en-US" sz="1067" b="1" i="0" u="none" strike="noStrike" kern="1200" cap="none" spc="400" normalizeH="0" baseline="0" noProof="0">
              <a:ln>
                <a:noFill/>
              </a:ln>
              <a:solidFill>
                <a:schemeClr val="bg1"/>
              </a:solidFill>
              <a:effectLst/>
              <a:uLnTx/>
              <a:uFillTx/>
              <a:latin typeface="Aeonik Fono" panose="020B0504030300000000" pitchFamily="34" charset="0"/>
              <a:ea typeface="ＭＳ Ｐゴシック" charset="0"/>
            </a:endParaRPr>
          </a:p>
        </p:txBody>
      </p:sp>
      <p:cxnSp>
        <p:nvCxnSpPr>
          <p:cNvPr id="64" name="Straight Arrow Connector 63">
            <a:extLst>
              <a:ext uri="{FF2B5EF4-FFF2-40B4-BE49-F238E27FC236}">
                <a16:creationId xmlns:a16="http://schemas.microsoft.com/office/drawing/2014/main" id="{7431FE1E-51DC-CE76-50DE-FA3793809790}"/>
              </a:ext>
            </a:extLst>
          </p:cNvPr>
          <p:cNvCxnSpPr>
            <a:cxnSpLocks/>
            <a:stCxn id="105" idx="3"/>
            <a:endCxn id="106" idx="1"/>
          </p:cNvCxnSpPr>
          <p:nvPr/>
        </p:nvCxnSpPr>
        <p:spPr>
          <a:xfrm flipV="1">
            <a:off x="2483932" y="2232176"/>
            <a:ext cx="1171756" cy="2571"/>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14ED12F4-FBB1-1EA9-70C7-5807A04DB713}"/>
              </a:ext>
            </a:extLst>
          </p:cNvPr>
          <p:cNvCxnSpPr>
            <a:cxnSpLocks/>
          </p:cNvCxnSpPr>
          <p:nvPr/>
        </p:nvCxnSpPr>
        <p:spPr>
          <a:xfrm>
            <a:off x="4559008" y="2223366"/>
            <a:ext cx="3071484" cy="0"/>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7A8F982D-CC9E-6900-4BE0-38574FC1AB0B}"/>
              </a:ext>
            </a:extLst>
          </p:cNvPr>
          <p:cNvCxnSpPr>
            <a:cxnSpLocks/>
            <a:stCxn id="107" idx="3"/>
            <a:endCxn id="108" idx="1"/>
          </p:cNvCxnSpPr>
          <p:nvPr/>
        </p:nvCxnSpPr>
        <p:spPr>
          <a:xfrm>
            <a:off x="7749704" y="2241920"/>
            <a:ext cx="530363" cy="4923"/>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D274CD40-C8D6-DE13-07F8-F3E8E1381493}"/>
              </a:ext>
            </a:extLst>
          </p:cNvPr>
          <p:cNvCxnSpPr>
            <a:cxnSpLocks/>
            <a:endCxn id="109" idx="0"/>
          </p:cNvCxnSpPr>
          <p:nvPr/>
        </p:nvCxnSpPr>
        <p:spPr>
          <a:xfrm>
            <a:off x="5711270" y="2219958"/>
            <a:ext cx="183" cy="181305"/>
          </a:xfrm>
          <a:prstGeom prst="straightConnector1">
            <a:avLst/>
          </a:prstGeom>
          <a:ln w="158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68" name="Process 67">
            <a:extLst>
              <a:ext uri="{FF2B5EF4-FFF2-40B4-BE49-F238E27FC236}">
                <a16:creationId xmlns:a16="http://schemas.microsoft.com/office/drawing/2014/main" id="{57E49395-EA3D-6B0D-F08D-AA8BF39ADD61}"/>
              </a:ext>
            </a:extLst>
          </p:cNvPr>
          <p:cNvSpPr/>
          <p:nvPr/>
        </p:nvSpPr>
        <p:spPr>
          <a:xfrm>
            <a:off x="1625073" y="4427234"/>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Search</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Model</a:t>
            </a:r>
          </a:p>
        </p:txBody>
      </p:sp>
      <p:sp>
        <p:nvSpPr>
          <p:cNvPr id="75" name="Process 74">
            <a:extLst>
              <a:ext uri="{FF2B5EF4-FFF2-40B4-BE49-F238E27FC236}">
                <a16:creationId xmlns:a16="http://schemas.microsoft.com/office/drawing/2014/main" id="{D9BC0810-92E5-3C9F-1E91-B241F7196253}"/>
              </a:ext>
            </a:extLst>
          </p:cNvPr>
          <p:cNvSpPr/>
          <p:nvPr/>
        </p:nvSpPr>
        <p:spPr>
          <a:xfrm>
            <a:off x="8319387" y="4427234"/>
            <a:ext cx="86400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a:t>
            </a:r>
            <a:b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b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ML Model</a:t>
            </a:r>
          </a:p>
        </p:txBody>
      </p:sp>
      <p:sp>
        <p:nvSpPr>
          <p:cNvPr id="83" name="TextBox 82">
            <a:extLst>
              <a:ext uri="{FF2B5EF4-FFF2-40B4-BE49-F238E27FC236}">
                <a16:creationId xmlns:a16="http://schemas.microsoft.com/office/drawing/2014/main" id="{03114432-A101-FA04-58DA-CD564943CA56}"/>
              </a:ext>
            </a:extLst>
          </p:cNvPr>
          <p:cNvSpPr txBox="1"/>
          <p:nvPr/>
        </p:nvSpPr>
        <p:spPr>
          <a:xfrm>
            <a:off x="6677635" y="5593418"/>
            <a:ext cx="2201628" cy="193899"/>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400" b="1" i="0" u="none" strike="noStrike" kern="1200" cap="none" spc="0" normalizeH="0" baseline="0" noProof="0" dirty="0">
                <a:ln>
                  <a:noFill/>
                </a:ln>
                <a:solidFill>
                  <a:srgbClr val="00EAE7">
                    <a:lumMod val="75000"/>
                  </a:srgbClr>
                </a:solidFill>
                <a:effectLst/>
                <a:uLnTx/>
                <a:uFillTx/>
                <a:latin typeface="+mn-lt"/>
                <a:ea typeface="ＭＳ Ｐゴシック" panose="020B0600070205080204" pitchFamily="34" charset="-128"/>
                <a:cs typeface="Calibri" panose="020F0502020204030204" pitchFamily="34" charset="0"/>
              </a:rPr>
              <a:t>Arm tools integrate here</a:t>
            </a:r>
            <a:r>
              <a:rPr kumimoji="0" lang="en-US" sz="1400" b="1" i="0" u="none" strike="noStrike" kern="1200" cap="none" spc="0" normalizeH="0" baseline="0" noProof="0" dirty="0">
                <a:ln>
                  <a:noFill/>
                </a:ln>
                <a:solidFill>
                  <a:srgbClr val="00EAE7">
                    <a:lumMod val="50000"/>
                  </a:srgbClr>
                </a:solidFill>
                <a:effectLst/>
                <a:uLnTx/>
                <a:uFillTx/>
                <a:latin typeface="+mn-lt"/>
                <a:ea typeface="ＭＳ Ｐゴシック" panose="020B0600070205080204" pitchFamily="34" charset="-128"/>
                <a:cs typeface="Calibri" panose="020F0502020204030204" pitchFamily="34" charset="0"/>
              </a:rPr>
              <a:t> </a:t>
            </a:r>
          </a:p>
        </p:txBody>
      </p:sp>
      <p:sp>
        <p:nvSpPr>
          <p:cNvPr id="86" name="Right Brace 85">
            <a:extLst>
              <a:ext uri="{FF2B5EF4-FFF2-40B4-BE49-F238E27FC236}">
                <a16:creationId xmlns:a16="http://schemas.microsoft.com/office/drawing/2014/main" id="{3536DF1C-1A47-DB3A-9A0F-D314A9AEC0D3}"/>
              </a:ext>
            </a:extLst>
          </p:cNvPr>
          <p:cNvSpPr/>
          <p:nvPr/>
        </p:nvSpPr>
        <p:spPr>
          <a:xfrm>
            <a:off x="1015847" y="3872496"/>
            <a:ext cx="384503" cy="1954477"/>
          </a:xfrm>
          <a:prstGeom prst="rightBrace">
            <a:avLst>
              <a:gd name="adj1" fmla="val 0"/>
              <a:gd name="adj2" fmla="val 50000"/>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sp>
        <p:nvSpPr>
          <p:cNvPr id="87" name="Right Brace 86">
            <a:extLst>
              <a:ext uri="{FF2B5EF4-FFF2-40B4-BE49-F238E27FC236}">
                <a16:creationId xmlns:a16="http://schemas.microsoft.com/office/drawing/2014/main" id="{57F8667E-2629-6242-C257-02150849EC1D}"/>
              </a:ext>
            </a:extLst>
          </p:cNvPr>
          <p:cNvSpPr/>
          <p:nvPr/>
        </p:nvSpPr>
        <p:spPr>
          <a:xfrm>
            <a:off x="1015847" y="1364273"/>
            <a:ext cx="384503" cy="1954477"/>
          </a:xfrm>
          <a:prstGeom prst="rightBrace">
            <a:avLst>
              <a:gd name="adj1" fmla="val 0"/>
              <a:gd name="adj2" fmla="val 50000"/>
            </a:avLst>
          </a:prstGeom>
          <a:ln w="158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000000"/>
              </a:solidFill>
              <a:effectLst/>
              <a:uLnTx/>
              <a:uFillTx/>
              <a:latin typeface="Aeonik" panose="020B0503030300000000" pitchFamily="34" charset="0"/>
              <a:ea typeface="+mn-ea"/>
              <a:cs typeface="Calibri" panose="020F0502020204030204" pitchFamily="34" charset="0"/>
            </a:endParaRPr>
          </a:p>
        </p:txBody>
      </p:sp>
      <p:pic>
        <p:nvPicPr>
          <p:cNvPr id="88" name="Graphic 87">
            <a:extLst>
              <a:ext uri="{FF2B5EF4-FFF2-40B4-BE49-F238E27FC236}">
                <a16:creationId xmlns:a16="http://schemas.microsoft.com/office/drawing/2014/main" id="{3A1FDAF3-B445-021F-320B-2A0F61F221D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18123" y="4187943"/>
            <a:ext cx="306905" cy="391304"/>
          </a:xfrm>
          <a:prstGeom prst="rect">
            <a:avLst/>
          </a:prstGeom>
        </p:spPr>
      </p:pic>
      <p:grpSp>
        <p:nvGrpSpPr>
          <p:cNvPr id="89" name="Group 88">
            <a:extLst>
              <a:ext uri="{FF2B5EF4-FFF2-40B4-BE49-F238E27FC236}">
                <a16:creationId xmlns:a16="http://schemas.microsoft.com/office/drawing/2014/main" id="{B4B953BA-E556-D23E-6988-27DDFD43AFBF}"/>
              </a:ext>
            </a:extLst>
          </p:cNvPr>
          <p:cNvGrpSpPr/>
          <p:nvPr/>
        </p:nvGrpSpPr>
        <p:grpSpPr>
          <a:xfrm>
            <a:off x="595278" y="5010953"/>
            <a:ext cx="384503" cy="384503"/>
            <a:chOff x="721725" y="3919501"/>
            <a:chExt cx="313433" cy="313433"/>
          </a:xfrm>
        </p:grpSpPr>
        <p:pic>
          <p:nvPicPr>
            <p:cNvPr id="90" name="Graphic 89">
              <a:extLst>
                <a:ext uri="{FF2B5EF4-FFF2-40B4-BE49-F238E27FC236}">
                  <a16:creationId xmlns:a16="http://schemas.microsoft.com/office/drawing/2014/main" id="{37CEF4D2-01D5-E8B9-69D9-63164CDBF09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21725" y="3919501"/>
              <a:ext cx="313433" cy="313433"/>
            </a:xfrm>
            <a:prstGeom prst="rect">
              <a:avLst/>
            </a:prstGeom>
          </p:spPr>
        </p:pic>
        <p:sp>
          <p:nvSpPr>
            <p:cNvPr id="91" name="Freeform 90">
              <a:extLst>
                <a:ext uri="{FF2B5EF4-FFF2-40B4-BE49-F238E27FC236}">
                  <a16:creationId xmlns:a16="http://schemas.microsoft.com/office/drawing/2014/main" id="{A82C1885-0263-A597-BC65-5D0D258DFF8D}"/>
                </a:ext>
              </a:extLst>
            </p:cNvPr>
            <p:cNvSpPr/>
            <p:nvPr/>
          </p:nvSpPr>
          <p:spPr>
            <a:xfrm>
              <a:off x="758702" y="3988434"/>
              <a:ext cx="165333" cy="112834"/>
            </a:xfrm>
            <a:custGeom>
              <a:avLst/>
              <a:gdLst>
                <a:gd name="connsiteX0" fmla="*/ 181043 w 217634"/>
                <a:gd name="connsiteY0" fmla="*/ 67879 h 148528"/>
                <a:gd name="connsiteX1" fmla="*/ 147055 w 217634"/>
                <a:gd name="connsiteY1" fmla="*/ 22643 h 148528"/>
                <a:gd name="connsiteX2" fmla="*/ 113115 w 217634"/>
                <a:gd name="connsiteY2" fmla="*/ 113164 h 148528"/>
                <a:gd name="connsiteX3" fmla="*/ 79176 w 217634"/>
                <a:gd name="connsiteY3" fmla="*/ 0 h 148528"/>
                <a:gd name="connsiteX4" fmla="*/ 45236 w 217634"/>
                <a:gd name="connsiteY4" fmla="*/ 67879 h 148528"/>
                <a:gd name="connsiteX5" fmla="*/ 0 w 217634"/>
                <a:gd name="connsiteY5" fmla="*/ 67879 h 148528"/>
                <a:gd name="connsiteX6" fmla="*/ 0 w 217634"/>
                <a:gd name="connsiteY6" fmla="*/ 79176 h 148528"/>
                <a:gd name="connsiteX7" fmla="*/ 45236 w 217634"/>
                <a:gd name="connsiteY7" fmla="*/ 79176 h 148528"/>
                <a:gd name="connsiteX8" fmla="*/ 52211 w 217634"/>
                <a:gd name="connsiteY8" fmla="*/ 79176 h 148528"/>
                <a:gd name="connsiteX9" fmla="*/ 55354 w 217634"/>
                <a:gd name="connsiteY9" fmla="*/ 72938 h 148528"/>
                <a:gd name="connsiteX10" fmla="*/ 76523 w 217634"/>
                <a:gd name="connsiteY10" fmla="*/ 30550 h 148528"/>
                <a:gd name="connsiteX11" fmla="*/ 102310 w 217634"/>
                <a:gd name="connsiteY11" fmla="*/ 116406 h 148528"/>
                <a:gd name="connsiteX12" fmla="*/ 111936 w 217634"/>
                <a:gd name="connsiteY12" fmla="*/ 148528 h 148528"/>
                <a:gd name="connsiteX13" fmla="*/ 123724 w 217634"/>
                <a:gd name="connsiteY13" fmla="*/ 117143 h 148528"/>
                <a:gd name="connsiteX14" fmla="*/ 150395 w 217634"/>
                <a:gd name="connsiteY14" fmla="*/ 45924 h 148528"/>
                <a:gd name="connsiteX15" fmla="*/ 171957 w 217634"/>
                <a:gd name="connsiteY15" fmla="*/ 74657 h 148528"/>
                <a:gd name="connsiteX16" fmla="*/ 175346 w 217634"/>
                <a:gd name="connsiteY16" fmla="*/ 79176 h 148528"/>
                <a:gd name="connsiteX17" fmla="*/ 181043 w 217634"/>
                <a:gd name="connsiteY17" fmla="*/ 79176 h 148528"/>
                <a:gd name="connsiteX18" fmla="*/ 217635 w 217634"/>
                <a:gd name="connsiteY18" fmla="*/ 79176 h 148528"/>
                <a:gd name="connsiteX19" fmla="*/ 217635 w 217634"/>
                <a:gd name="connsiteY19" fmla="*/ 67879 h 148528"/>
                <a:gd name="connsiteX20" fmla="*/ 181043 w 217634"/>
                <a:gd name="connsiteY20" fmla="*/ 67879 h 148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17634" h="148528">
                  <a:moveTo>
                    <a:pt x="181043" y="67879"/>
                  </a:moveTo>
                  <a:lnTo>
                    <a:pt x="147055" y="22643"/>
                  </a:lnTo>
                  <a:lnTo>
                    <a:pt x="113115" y="113164"/>
                  </a:lnTo>
                  <a:lnTo>
                    <a:pt x="79176" y="0"/>
                  </a:lnTo>
                  <a:lnTo>
                    <a:pt x="45236" y="67879"/>
                  </a:lnTo>
                  <a:lnTo>
                    <a:pt x="0" y="67879"/>
                  </a:lnTo>
                  <a:lnTo>
                    <a:pt x="0" y="79176"/>
                  </a:lnTo>
                  <a:lnTo>
                    <a:pt x="45236" y="79176"/>
                  </a:lnTo>
                  <a:lnTo>
                    <a:pt x="52211" y="79176"/>
                  </a:lnTo>
                  <a:lnTo>
                    <a:pt x="55354" y="72938"/>
                  </a:lnTo>
                  <a:lnTo>
                    <a:pt x="76523" y="30550"/>
                  </a:lnTo>
                  <a:lnTo>
                    <a:pt x="102310" y="116406"/>
                  </a:lnTo>
                  <a:lnTo>
                    <a:pt x="111936" y="148528"/>
                  </a:lnTo>
                  <a:lnTo>
                    <a:pt x="123724" y="117143"/>
                  </a:lnTo>
                  <a:lnTo>
                    <a:pt x="150395" y="45924"/>
                  </a:lnTo>
                  <a:lnTo>
                    <a:pt x="171957" y="74657"/>
                  </a:lnTo>
                  <a:lnTo>
                    <a:pt x="175346" y="79176"/>
                  </a:lnTo>
                  <a:lnTo>
                    <a:pt x="181043" y="79176"/>
                  </a:lnTo>
                  <a:lnTo>
                    <a:pt x="217635" y="79176"/>
                  </a:lnTo>
                  <a:lnTo>
                    <a:pt x="217635" y="67879"/>
                  </a:lnTo>
                  <a:lnTo>
                    <a:pt x="181043" y="67879"/>
                  </a:lnTo>
                  <a:close/>
                </a:path>
              </a:pathLst>
            </a:custGeom>
            <a:solidFill>
              <a:srgbClr val="00C1DE"/>
            </a:solidFill>
            <a:ln w="0" cap="flat">
              <a:noFill/>
              <a:prstDash val="solid"/>
              <a:miter/>
            </a:ln>
          </p:spPr>
          <p:txBody>
            <a:bodyPr rtlCol="0" anchor="ctr"/>
            <a:lstStyle/>
            <a:p>
              <a:pPr marL="0" marR="0" lvl="0" indent="0" algn="l" defTabSz="1219170" rtl="0" eaLnBrk="0" fontAlgn="base" latinLnBrk="0" hangingPunct="0">
                <a:lnSpc>
                  <a:spcPct val="100000"/>
                </a:lnSpc>
                <a:spcBef>
                  <a:spcPct val="0"/>
                </a:spcBef>
                <a:spcAft>
                  <a:spcPct val="0"/>
                </a:spcAft>
                <a:buClrTx/>
                <a:buSzTx/>
                <a:buFontTx/>
                <a:buNone/>
                <a:tabLst/>
                <a:defRPr/>
              </a:pPr>
              <a:endParaRPr kumimoji="0" lang="en-US" sz="2400" b="1" i="0" u="none" strike="noStrike" kern="1200" cap="none" spc="0" normalizeH="0" baseline="0" noProof="0">
                <a:ln>
                  <a:noFill/>
                </a:ln>
                <a:solidFill>
                  <a:srgbClr val="000000"/>
                </a:solidFill>
                <a:effectLst/>
                <a:uLnTx/>
                <a:uFillTx/>
                <a:latin typeface="Aeonik" panose="020B0503030300000000" pitchFamily="34" charset="0"/>
                <a:ea typeface="ＭＳ Ｐゴシック" panose="020B0600070205080204" pitchFamily="34" charset="-128"/>
                <a:cs typeface="Calibri" panose="020F0502020204030204" pitchFamily="34" charset="0"/>
              </a:endParaRPr>
            </a:p>
          </p:txBody>
        </p:sp>
      </p:grpSp>
      <p:sp>
        <p:nvSpPr>
          <p:cNvPr id="92" name="TextBox 91">
            <a:extLst>
              <a:ext uri="{FF2B5EF4-FFF2-40B4-BE49-F238E27FC236}">
                <a16:creationId xmlns:a16="http://schemas.microsoft.com/office/drawing/2014/main" id="{62FBC38E-A690-8320-DF2B-9FC9433C3A22}"/>
              </a:ext>
            </a:extLst>
          </p:cNvPr>
          <p:cNvSpPr txBox="1"/>
          <p:nvPr/>
        </p:nvSpPr>
        <p:spPr>
          <a:xfrm>
            <a:off x="407084" y="463424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Data</a:t>
            </a:r>
          </a:p>
        </p:txBody>
      </p:sp>
      <p:sp>
        <p:nvSpPr>
          <p:cNvPr id="93" name="TextBox 92">
            <a:extLst>
              <a:ext uri="{FF2B5EF4-FFF2-40B4-BE49-F238E27FC236}">
                <a16:creationId xmlns:a16="http://schemas.microsoft.com/office/drawing/2014/main" id="{3B569213-69CB-585C-6CEE-A562A1D71991}"/>
              </a:ext>
            </a:extLst>
          </p:cNvPr>
          <p:cNvSpPr txBox="1"/>
          <p:nvPr/>
        </p:nvSpPr>
        <p:spPr>
          <a:xfrm>
            <a:off x="407084" y="5435111"/>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Use-Case</a:t>
            </a:r>
          </a:p>
        </p:txBody>
      </p:sp>
      <p:cxnSp>
        <p:nvCxnSpPr>
          <p:cNvPr id="94" name="Elbow Connector 93">
            <a:extLst>
              <a:ext uri="{FF2B5EF4-FFF2-40B4-BE49-F238E27FC236}">
                <a16:creationId xmlns:a16="http://schemas.microsoft.com/office/drawing/2014/main" id="{DFE71A86-01A8-DA25-9EB4-78324E3041DB}"/>
              </a:ext>
            </a:extLst>
          </p:cNvPr>
          <p:cNvCxnSpPr>
            <a:cxnSpLocks/>
            <a:stCxn id="88" idx="0"/>
            <a:endCxn id="109" idx="2"/>
          </p:cNvCxnSpPr>
          <p:nvPr/>
        </p:nvCxnSpPr>
        <p:spPr>
          <a:xfrm rot="5400000" flipH="1" flipV="1">
            <a:off x="2772532" y="1249023"/>
            <a:ext cx="937964" cy="4939876"/>
          </a:xfrm>
          <a:prstGeom prst="bentConnector3">
            <a:avLst>
              <a:gd name="adj1" fmla="val 60539"/>
            </a:avLst>
          </a:prstGeom>
          <a:ln w="15875">
            <a:solidFill>
              <a:srgbClr val="00C1DE"/>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95" name="Elbow Connector 94">
            <a:extLst>
              <a:ext uri="{FF2B5EF4-FFF2-40B4-BE49-F238E27FC236}">
                <a16:creationId xmlns:a16="http://schemas.microsoft.com/office/drawing/2014/main" id="{59989B8C-0C23-5351-7370-ED91FE32BC01}"/>
              </a:ext>
            </a:extLst>
          </p:cNvPr>
          <p:cNvCxnSpPr>
            <a:cxnSpLocks/>
            <a:stCxn id="75" idx="0"/>
            <a:endCxn id="107" idx="2"/>
          </p:cNvCxnSpPr>
          <p:nvPr/>
        </p:nvCxnSpPr>
        <p:spPr>
          <a:xfrm rot="16200000" flipV="1">
            <a:off x="7144238" y="2820084"/>
            <a:ext cx="1760956" cy="1453343"/>
          </a:xfrm>
          <a:prstGeom prst="bentConnector3">
            <a:avLst>
              <a:gd name="adj1" fmla="val 45790"/>
            </a:avLst>
          </a:prstGeom>
          <a:ln w="15875">
            <a:solidFill>
              <a:srgbClr val="00C1DE"/>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97" name="Picture 96">
            <a:extLst>
              <a:ext uri="{FF2B5EF4-FFF2-40B4-BE49-F238E27FC236}">
                <a16:creationId xmlns:a16="http://schemas.microsoft.com/office/drawing/2014/main" id="{4F6CA51F-B3AB-9289-BA0A-0AF0A9C39B96}"/>
              </a:ext>
            </a:extLst>
          </p:cNvPr>
          <p:cNvPicPr>
            <a:picLocks noChangeAspect="1"/>
          </p:cNvPicPr>
          <p:nvPr/>
        </p:nvPicPr>
        <p:blipFill>
          <a:blip r:embed="rId12"/>
          <a:stretch>
            <a:fillRect/>
          </a:stretch>
        </p:blipFill>
        <p:spPr>
          <a:xfrm>
            <a:off x="594437" y="2213998"/>
            <a:ext cx="354609" cy="323203"/>
          </a:xfrm>
          <a:prstGeom prst="rect">
            <a:avLst/>
          </a:prstGeom>
        </p:spPr>
      </p:pic>
      <p:pic>
        <p:nvPicPr>
          <p:cNvPr id="98" name="Picture 97">
            <a:extLst>
              <a:ext uri="{FF2B5EF4-FFF2-40B4-BE49-F238E27FC236}">
                <a16:creationId xmlns:a16="http://schemas.microsoft.com/office/drawing/2014/main" id="{1DEDE6C5-5A2A-6862-3547-136F40C4E504}"/>
              </a:ext>
            </a:extLst>
          </p:cNvPr>
          <p:cNvPicPr>
            <a:picLocks noChangeAspect="1"/>
          </p:cNvPicPr>
          <p:nvPr/>
        </p:nvPicPr>
        <p:blipFill>
          <a:blip r:embed="rId13"/>
          <a:stretch>
            <a:fillRect/>
          </a:stretch>
        </p:blipFill>
        <p:spPr>
          <a:xfrm>
            <a:off x="568754" y="2875482"/>
            <a:ext cx="405975" cy="194161"/>
          </a:xfrm>
          <a:prstGeom prst="rect">
            <a:avLst/>
          </a:prstGeom>
        </p:spPr>
      </p:pic>
      <p:sp>
        <p:nvSpPr>
          <p:cNvPr id="99" name="TextBox 98">
            <a:extLst>
              <a:ext uri="{FF2B5EF4-FFF2-40B4-BE49-F238E27FC236}">
                <a16:creationId xmlns:a16="http://schemas.microsoft.com/office/drawing/2014/main" id="{A73BE0EC-11F5-5F57-D584-9AC746E2569A}"/>
              </a:ext>
            </a:extLst>
          </p:cNvPr>
          <p:cNvSpPr txBox="1"/>
          <p:nvPr/>
        </p:nvSpPr>
        <p:spPr>
          <a:xfrm>
            <a:off x="407084" y="1923804"/>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Sensor</a:t>
            </a:r>
          </a:p>
        </p:txBody>
      </p:sp>
      <p:sp>
        <p:nvSpPr>
          <p:cNvPr id="100" name="TextBox 99">
            <a:extLst>
              <a:ext uri="{FF2B5EF4-FFF2-40B4-BE49-F238E27FC236}">
                <a16:creationId xmlns:a16="http://schemas.microsoft.com/office/drawing/2014/main" id="{EB680A92-8B8C-5843-5A24-1E30FAD3E8D5}"/>
              </a:ext>
            </a:extLst>
          </p:cNvPr>
          <p:cNvSpPr txBox="1"/>
          <p:nvPr/>
        </p:nvSpPr>
        <p:spPr>
          <a:xfrm>
            <a:off x="407084" y="2581852"/>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Audio</a:t>
            </a:r>
          </a:p>
        </p:txBody>
      </p:sp>
      <p:sp>
        <p:nvSpPr>
          <p:cNvPr id="101" name="TextBox 100">
            <a:extLst>
              <a:ext uri="{FF2B5EF4-FFF2-40B4-BE49-F238E27FC236}">
                <a16:creationId xmlns:a16="http://schemas.microsoft.com/office/drawing/2014/main" id="{5CE3FD77-2516-5696-C310-8032083BC332}"/>
              </a:ext>
            </a:extLst>
          </p:cNvPr>
          <p:cNvSpPr txBox="1"/>
          <p:nvPr/>
        </p:nvSpPr>
        <p:spPr>
          <a:xfrm>
            <a:off x="407084" y="3121325"/>
            <a:ext cx="726789" cy="147797"/>
          </a:xfrm>
          <a:prstGeom prst="rect">
            <a:avLst/>
          </a:prstGeom>
          <a:noFill/>
        </p:spPr>
        <p:txBody>
          <a:bodyPr wrap="square" lIns="0" tIns="0" rIns="0" bIns="0" rtlCol="0">
            <a:spAutoFit/>
          </a:bodyPr>
          <a:lstStyle/>
          <a:p>
            <a:pPr marL="0" marR="0" lvl="0" indent="0" algn="ctr" defTabSz="914377" rtl="0" eaLnBrk="1" fontAlgn="base" latinLnBrk="0" hangingPunct="1">
              <a:lnSpc>
                <a:spcPct val="90000"/>
              </a:lnSpc>
              <a:spcBef>
                <a:spcPts val="0"/>
              </a:spcBef>
              <a:spcAft>
                <a:spcPts val="600"/>
              </a:spcAft>
              <a:buClrTx/>
              <a:buSzTx/>
              <a:buFontTx/>
              <a:buNone/>
              <a:tabLst/>
              <a:defRPr/>
            </a:pPr>
            <a:r>
              <a:rPr kumimoji="0" lang="en-US" sz="1067" b="1" i="0" u="none" strike="noStrike" kern="1200" cap="none" spc="0" normalizeH="0" baseline="0" noProof="0">
                <a:ln>
                  <a:noFill/>
                </a:ln>
                <a:effectLst/>
                <a:uLnTx/>
                <a:uFillTx/>
                <a:latin typeface="Aeonik" panose="020B0503030300000000" pitchFamily="34" charset="0"/>
                <a:ea typeface="ＭＳ Ｐゴシック" panose="020B0600070205080204" pitchFamily="34" charset="-128"/>
                <a:cs typeface="Calibri" panose="020F0502020204030204" pitchFamily="34" charset="0"/>
              </a:rPr>
              <a:t>Video</a:t>
            </a:r>
          </a:p>
        </p:txBody>
      </p:sp>
      <p:sp>
        <p:nvSpPr>
          <p:cNvPr id="105" name="Process 104">
            <a:extLst>
              <a:ext uri="{FF2B5EF4-FFF2-40B4-BE49-F238E27FC236}">
                <a16:creationId xmlns:a16="http://schemas.microsoft.com/office/drawing/2014/main" id="{76C55483-A46A-C77D-FDDF-ED10BA9D2FE8}"/>
              </a:ext>
            </a:extLst>
          </p:cNvPr>
          <p:cNvSpPr/>
          <p:nvPr/>
        </p:nvSpPr>
        <p:spPr>
          <a:xfrm>
            <a:off x="1619932" y="1810388"/>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dirty="0">
                <a:ln>
                  <a:noFill/>
                </a:ln>
                <a:solidFill>
                  <a:srgbClr val="FFFFFF"/>
                </a:solidFill>
                <a:effectLst/>
                <a:uLnTx/>
                <a:uFillTx/>
                <a:latin typeface="Aeonik" panose="020B0503030300000000" pitchFamily="34" charset="0"/>
                <a:ea typeface="+mn-ea"/>
                <a:cs typeface="Calibri" panose="020F0502020204030204" pitchFamily="34" charset="0"/>
              </a:rPr>
              <a:t>Input Interface</a:t>
            </a:r>
          </a:p>
        </p:txBody>
      </p:sp>
      <p:sp>
        <p:nvSpPr>
          <p:cNvPr id="106" name="Process 105">
            <a:extLst>
              <a:ext uri="{FF2B5EF4-FFF2-40B4-BE49-F238E27FC236}">
                <a16:creationId xmlns:a16="http://schemas.microsoft.com/office/drawing/2014/main" id="{4A898CCA-E112-1688-066A-C44AEBEA894F}"/>
              </a:ext>
            </a:extLst>
          </p:cNvPr>
          <p:cNvSpPr/>
          <p:nvPr/>
        </p:nvSpPr>
        <p:spPr>
          <a:xfrm>
            <a:off x="3655688" y="1807817"/>
            <a:ext cx="972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Signal Conditioning</a:t>
            </a:r>
          </a:p>
        </p:txBody>
      </p:sp>
      <p:sp>
        <p:nvSpPr>
          <p:cNvPr id="107" name="Process 106">
            <a:extLst>
              <a:ext uri="{FF2B5EF4-FFF2-40B4-BE49-F238E27FC236}">
                <a16:creationId xmlns:a16="http://schemas.microsoft.com/office/drawing/2014/main" id="{0421C68A-ED21-95E9-6CAF-90FD309DA0EF}"/>
              </a:ext>
            </a:extLst>
          </p:cNvPr>
          <p:cNvSpPr/>
          <p:nvPr/>
        </p:nvSpPr>
        <p:spPr>
          <a:xfrm>
            <a:off x="6846384" y="1817561"/>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Optimized ML Model</a:t>
            </a:r>
          </a:p>
        </p:txBody>
      </p:sp>
      <p:sp>
        <p:nvSpPr>
          <p:cNvPr id="108" name="Process 107">
            <a:extLst>
              <a:ext uri="{FF2B5EF4-FFF2-40B4-BE49-F238E27FC236}">
                <a16:creationId xmlns:a16="http://schemas.microsoft.com/office/drawing/2014/main" id="{90B73A63-B129-1640-D93B-4B8B34254037}"/>
              </a:ext>
            </a:extLst>
          </p:cNvPr>
          <p:cNvSpPr/>
          <p:nvPr/>
        </p:nvSpPr>
        <p:spPr>
          <a:xfrm>
            <a:off x="8280067" y="1822484"/>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Output Interface</a:t>
            </a:r>
          </a:p>
        </p:txBody>
      </p:sp>
      <p:sp>
        <p:nvSpPr>
          <p:cNvPr id="109" name="Process 108">
            <a:extLst>
              <a:ext uri="{FF2B5EF4-FFF2-40B4-BE49-F238E27FC236}">
                <a16:creationId xmlns:a16="http://schemas.microsoft.com/office/drawing/2014/main" id="{73796481-E0CD-1B53-50EE-FB3D9EE18348}"/>
              </a:ext>
            </a:extLst>
          </p:cNvPr>
          <p:cNvSpPr/>
          <p:nvPr/>
        </p:nvSpPr>
        <p:spPr>
          <a:xfrm>
            <a:off x="5259792" y="2401262"/>
            <a:ext cx="90332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SDS Data Capturing</a:t>
            </a:r>
          </a:p>
        </p:txBody>
      </p:sp>
      <p:sp>
        <p:nvSpPr>
          <p:cNvPr id="18" name="Left Brace 17">
            <a:extLst>
              <a:ext uri="{FF2B5EF4-FFF2-40B4-BE49-F238E27FC236}">
                <a16:creationId xmlns:a16="http://schemas.microsoft.com/office/drawing/2014/main" id="{0700FFA6-6748-F724-8179-3614CE540035}"/>
              </a:ext>
            </a:extLst>
          </p:cNvPr>
          <p:cNvSpPr/>
          <p:nvPr/>
        </p:nvSpPr>
        <p:spPr>
          <a:xfrm rot="16200000">
            <a:off x="7639233" y="4001142"/>
            <a:ext cx="278432" cy="2809876"/>
          </a:xfrm>
          <a:prstGeom prst="leftBrace">
            <a:avLst/>
          </a:prstGeom>
          <a:ln>
            <a:solidFill>
              <a:schemeClr val="accent4">
                <a:lumMod val="75000"/>
              </a:schemeClr>
            </a:solidFill>
            <a:headEnd type="none" w="med" len="med"/>
            <a:tailEnd type="none" w="med" len="med"/>
          </a:ln>
        </p:spPr>
        <p:style>
          <a:lnRef idx="2">
            <a:schemeClr val="accent4"/>
          </a:lnRef>
          <a:fillRef idx="0">
            <a:schemeClr val="accent4"/>
          </a:fillRef>
          <a:effectRef idx="1">
            <a:schemeClr val="accent4"/>
          </a:effectRef>
          <a:fontRef idx="minor">
            <a:schemeClr val="tx1"/>
          </a:fontRef>
        </p:style>
        <p:txBody>
          <a:bodyPr rtlCol="0" anchor="ctr"/>
          <a:lstStyle/>
          <a:p>
            <a:pPr algn="ctr"/>
            <a:endParaRPr lang="en-DE"/>
          </a:p>
        </p:txBody>
      </p:sp>
      <p:cxnSp>
        <p:nvCxnSpPr>
          <p:cNvPr id="20" name="Straight Arrow Connector 19">
            <a:extLst>
              <a:ext uri="{FF2B5EF4-FFF2-40B4-BE49-F238E27FC236}">
                <a16:creationId xmlns:a16="http://schemas.microsoft.com/office/drawing/2014/main" id="{DF9EBD21-39D4-CE56-E984-EAF5A81CCDE7}"/>
              </a:ext>
            </a:extLst>
          </p:cNvPr>
          <p:cNvCxnSpPr>
            <a:cxnSpLocks/>
            <a:stCxn id="68" idx="3"/>
            <a:endCxn id="75" idx="1"/>
          </p:cNvCxnSpPr>
          <p:nvPr/>
        </p:nvCxnSpPr>
        <p:spPr>
          <a:xfrm>
            <a:off x="2489073" y="4851593"/>
            <a:ext cx="5830314" cy="0"/>
          </a:xfrm>
          <a:prstGeom prst="straightConnector1">
            <a:avLst/>
          </a:prstGeom>
          <a:ln w="15875">
            <a:solidFill>
              <a:srgbClr val="00C1DE"/>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69" name="Process 68">
            <a:extLst>
              <a:ext uri="{FF2B5EF4-FFF2-40B4-BE49-F238E27FC236}">
                <a16:creationId xmlns:a16="http://schemas.microsoft.com/office/drawing/2014/main" id="{F28BD868-FDDB-C632-2CBD-930E525DC115}"/>
              </a:ext>
            </a:extLst>
          </p:cNvPr>
          <p:cNvSpPr/>
          <p:nvPr/>
        </p:nvSpPr>
        <p:spPr>
          <a:xfrm>
            <a:off x="2576615" y="4427234"/>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Compress</a:t>
            </a:r>
            <a:endPar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a:p>
            <a:pPr lvl="0" algn="ctr" defTabSz="1219170">
              <a:defRPr/>
            </a:pPr>
            <a:r>
              <a:rPr lang="en-GB" sz="1200">
                <a:solidFill>
                  <a:srgbClr val="FFFFFF"/>
                </a:solidFill>
                <a:latin typeface="Aeonik" panose="020B0503030300000000" pitchFamily="34" charset="0"/>
                <a:cs typeface="Calibri" panose="020F0502020204030204" pitchFamily="34" charset="0"/>
              </a:rPr>
              <a:t>Model</a:t>
            </a:r>
            <a:endParaRPr kumimoji="0" lang="en-GB" sz="11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70" name="Process 69">
            <a:extLst>
              <a:ext uri="{FF2B5EF4-FFF2-40B4-BE49-F238E27FC236}">
                <a16:creationId xmlns:a16="http://schemas.microsoft.com/office/drawing/2014/main" id="{1B9CAF9D-3596-CA72-D067-A56483D5B2AF}"/>
              </a:ext>
            </a:extLst>
          </p:cNvPr>
          <p:cNvSpPr/>
          <p:nvPr/>
        </p:nvSpPr>
        <p:spPr>
          <a:xfrm>
            <a:off x="3525184" y="4423032"/>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Train</a:t>
            </a:r>
          </a:p>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Model</a:t>
            </a:r>
          </a:p>
        </p:txBody>
      </p:sp>
      <p:sp>
        <p:nvSpPr>
          <p:cNvPr id="71" name="Process 70">
            <a:extLst>
              <a:ext uri="{FF2B5EF4-FFF2-40B4-BE49-F238E27FC236}">
                <a16:creationId xmlns:a16="http://schemas.microsoft.com/office/drawing/2014/main" id="{C795EE1F-4C32-4E00-707C-C15AD5854D25}"/>
              </a:ext>
            </a:extLst>
          </p:cNvPr>
          <p:cNvSpPr/>
          <p:nvPr/>
        </p:nvSpPr>
        <p:spPr>
          <a:xfrm>
            <a:off x="4475063" y="4423031"/>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Weight clustering</a:t>
            </a:r>
          </a:p>
        </p:txBody>
      </p:sp>
      <p:sp>
        <p:nvSpPr>
          <p:cNvPr id="72" name="Process 71">
            <a:extLst>
              <a:ext uri="{FF2B5EF4-FFF2-40B4-BE49-F238E27FC236}">
                <a16:creationId xmlns:a16="http://schemas.microsoft.com/office/drawing/2014/main" id="{5CB8DE81-07C6-231A-3EF1-CC1A6889F98B}"/>
              </a:ext>
            </a:extLst>
          </p:cNvPr>
          <p:cNvSpPr/>
          <p:nvPr/>
        </p:nvSpPr>
        <p:spPr>
          <a:xfrm>
            <a:off x="5426605" y="4423030"/>
            <a:ext cx="864000" cy="848717"/>
          </a:xfrm>
          <a:prstGeom prst="flowChartProcess">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Quantize</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1200">
                <a:solidFill>
                  <a:srgbClr val="FFFFFF"/>
                </a:solidFill>
                <a:latin typeface="Aeonik" panose="020B0503030300000000" pitchFamily="34" charset="0"/>
                <a:cs typeface="Calibri" panose="020F0502020204030204" pitchFamily="34" charset="0"/>
              </a:rPr>
              <a:t>Model</a:t>
            </a: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73" name="Process 72">
            <a:extLst>
              <a:ext uri="{FF2B5EF4-FFF2-40B4-BE49-F238E27FC236}">
                <a16:creationId xmlns:a16="http://schemas.microsoft.com/office/drawing/2014/main" id="{696446AF-5C1D-C494-FA71-35D44CC2AD67}"/>
              </a:ext>
            </a:extLst>
          </p:cNvPr>
          <p:cNvSpPr/>
          <p:nvPr/>
        </p:nvSpPr>
        <p:spPr>
          <a:xfrm>
            <a:off x="6373511" y="4423029"/>
            <a:ext cx="86400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Compile</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1200">
                <a:solidFill>
                  <a:srgbClr val="FFFFFF"/>
                </a:solidFill>
                <a:latin typeface="Aeonik" panose="020B0503030300000000" pitchFamily="34" charset="0"/>
                <a:cs typeface="Calibri" panose="020F0502020204030204" pitchFamily="34" charset="0"/>
              </a:rPr>
              <a:t>Model</a:t>
            </a: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74" name="Process 73">
            <a:extLst>
              <a:ext uri="{FF2B5EF4-FFF2-40B4-BE49-F238E27FC236}">
                <a16:creationId xmlns:a16="http://schemas.microsoft.com/office/drawing/2014/main" id="{3280C807-C264-F619-0E9B-F5D0FF3B7B65}"/>
              </a:ext>
            </a:extLst>
          </p:cNvPr>
          <p:cNvSpPr/>
          <p:nvPr/>
        </p:nvSpPr>
        <p:spPr>
          <a:xfrm>
            <a:off x="7335517" y="4418984"/>
            <a:ext cx="864000" cy="848717"/>
          </a:xfrm>
          <a:prstGeom prst="flowChartProcess">
            <a:avLst/>
          </a:prstGeom>
          <a:solidFill>
            <a:schemeClr val="tx2"/>
          </a:solidFill>
          <a:ln w="15875">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0" fontAlgn="base" latinLnBrk="0" hangingPunct="0">
              <a:lnSpc>
                <a:spcPct val="100000"/>
              </a:lnSpc>
              <a:spcBef>
                <a:spcPct val="0"/>
              </a:spcBef>
              <a:spcAft>
                <a:spcPct val="0"/>
              </a:spcAft>
              <a:buClrTx/>
              <a:buSzTx/>
              <a:buFontTx/>
              <a:buNone/>
              <a:tabLst/>
              <a:defRPr/>
            </a:pPr>
            <a:r>
              <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rPr>
              <a:t>Validate</a:t>
            </a:r>
          </a:p>
          <a:p>
            <a:pPr marL="0" marR="0" lvl="0" indent="0" algn="ctr" defTabSz="1219170" rtl="0" eaLnBrk="0" fontAlgn="base" latinLnBrk="0" hangingPunct="0">
              <a:lnSpc>
                <a:spcPct val="100000"/>
              </a:lnSpc>
              <a:spcBef>
                <a:spcPct val="0"/>
              </a:spcBef>
              <a:spcAft>
                <a:spcPct val="0"/>
              </a:spcAft>
              <a:buClrTx/>
              <a:buSzTx/>
              <a:buFontTx/>
              <a:buNone/>
              <a:tabLst/>
              <a:defRPr/>
            </a:pPr>
            <a:r>
              <a:rPr lang="en-GB" sz="1200">
                <a:solidFill>
                  <a:srgbClr val="FFFFFF"/>
                </a:solidFill>
                <a:latin typeface="Aeonik" panose="020B0503030300000000" pitchFamily="34" charset="0"/>
                <a:cs typeface="Calibri" panose="020F0502020204030204" pitchFamily="34" charset="0"/>
              </a:rPr>
              <a:t>Model</a:t>
            </a:r>
            <a:endParaRPr kumimoji="0" lang="en-GB" sz="1200" b="0" i="0" u="none" strike="noStrike" kern="1200" cap="none" spc="0" normalizeH="0" baseline="0" noProof="0">
              <a:ln>
                <a:noFill/>
              </a:ln>
              <a:solidFill>
                <a:srgbClr val="FFFFFF"/>
              </a:solidFill>
              <a:effectLst/>
              <a:uLnTx/>
              <a:uFillTx/>
              <a:latin typeface="Aeonik" panose="020B0503030300000000" pitchFamily="34" charset="0"/>
              <a:ea typeface="+mn-ea"/>
              <a:cs typeface="Calibri" panose="020F0502020204030204" pitchFamily="34" charset="0"/>
            </a:endParaRPr>
          </a:p>
        </p:txBody>
      </p:sp>
      <p:sp>
        <p:nvSpPr>
          <p:cNvPr id="9" name="TextBox 8">
            <a:extLst>
              <a:ext uri="{FF2B5EF4-FFF2-40B4-BE49-F238E27FC236}">
                <a16:creationId xmlns:a16="http://schemas.microsoft.com/office/drawing/2014/main" id="{99E25EBF-7EF4-0931-40B3-A8C284DE7233}"/>
              </a:ext>
            </a:extLst>
          </p:cNvPr>
          <p:cNvSpPr txBox="1"/>
          <p:nvPr/>
        </p:nvSpPr>
        <p:spPr>
          <a:xfrm>
            <a:off x="6785091" y="1058366"/>
            <a:ext cx="2593910" cy="290849"/>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Keil MDK</a:t>
            </a:r>
          </a:p>
        </p:txBody>
      </p:sp>
      <p:sp>
        <p:nvSpPr>
          <p:cNvPr id="10" name="TextBox 9">
            <a:extLst>
              <a:ext uri="{FF2B5EF4-FFF2-40B4-BE49-F238E27FC236}">
                <a16:creationId xmlns:a16="http://schemas.microsoft.com/office/drawing/2014/main" id="{AC70A661-7CD5-B4EF-D0E9-C85678726F50}"/>
              </a:ext>
            </a:extLst>
          </p:cNvPr>
          <p:cNvSpPr txBox="1"/>
          <p:nvPr/>
        </p:nvSpPr>
        <p:spPr>
          <a:xfrm>
            <a:off x="5339063" y="5875096"/>
            <a:ext cx="4060747" cy="290849"/>
          </a:xfrm>
          <a:prstGeom prst="rect">
            <a:avLst/>
          </a:prstGeom>
          <a:noFill/>
        </p:spPr>
        <p:txBody>
          <a:bodyPr wrap="square" lIns="0" tIns="0" rIns="0" bIns="0" rtlCol="0">
            <a:spAutoFit/>
          </a:bodyPr>
          <a:lstStyle/>
          <a:p>
            <a:pPr marL="0" indent="0" algn="r" defTabSz="914400" rtl="0" eaLnBrk="1" latinLnBrk="0" hangingPunct="1">
              <a:lnSpc>
                <a:spcPct val="90000"/>
              </a:lnSpc>
              <a:spcBef>
                <a:spcPts val="0"/>
              </a:spcBef>
              <a:spcAft>
                <a:spcPts val="600"/>
              </a:spcAft>
              <a:buFont typeface="Arial" panose="020B0604020202020204" pitchFamily="34" charset="0"/>
              <a:buNone/>
            </a:pPr>
            <a:r>
              <a:rPr lang="en-US" sz="2100" kern="1200" dirty="0">
                <a:solidFill>
                  <a:schemeClr val="tx2"/>
                </a:solidFill>
                <a:latin typeface="+mn-lt"/>
                <a:ea typeface="+mn-ea"/>
                <a:cs typeface="+mn-cs"/>
              </a:rPr>
              <a:t>Arm Ecosystem Partners</a:t>
            </a:r>
          </a:p>
        </p:txBody>
      </p:sp>
    </p:spTree>
    <p:extLst>
      <p:ext uri="{BB962C8B-B14F-4D97-AF65-F5344CB8AC3E}">
        <p14:creationId xmlns:p14="http://schemas.microsoft.com/office/powerpoint/2010/main" val="3241654516"/>
      </p:ext>
    </p:extLst>
  </p:cSld>
  <p:clrMapOvr>
    <a:masterClrMapping/>
  </p:clrMapOvr>
  <mc:AlternateContent xmlns:mc="http://schemas.openxmlformats.org/markup-compatibility/2006" xmlns:p14="http://schemas.microsoft.com/office/powerpoint/2010/main">
    <mc:Choice Requires="p14">
      <p:transition spd="med" p14:dur="700" advTm="89804">
        <p:fade/>
      </p:transition>
    </mc:Choice>
    <mc:Fallback xmlns="">
      <p:transition spd="med" advTm="8980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1"/>
                                        </p:tgtEl>
                                        <p:attrNameLst>
                                          <p:attrName>style.visibility</p:attrName>
                                        </p:attrNameLst>
                                      </p:cBhvr>
                                      <p:to>
                                        <p:strVal val="visible"/>
                                      </p:to>
                                    </p:set>
                                  </p:childTnLst>
                                </p:cTn>
                              </p:par>
                              <p:par>
                                <p:cTn id="11" presetID="1" presetClass="entr" presetSubtype="0" fill="hold" grpId="0" nodeType="withEffect" nodePh="1">
                                  <p:stCondLst>
                                    <p:cond delay="0"/>
                                  </p:stCondLst>
                                  <p:endCondLst>
                                    <p:cond evt="begin" delay="0">
                                      <p:tn val="11"/>
                                    </p:cond>
                                  </p:endCondLst>
                                  <p:childTnLst>
                                    <p:set>
                                      <p:cBhvr>
                                        <p:cTn id="12" dur="1" fill="hold">
                                          <p:stCondLst>
                                            <p:cond delay="0"/>
                                          </p:stCondLst>
                                        </p:cTn>
                                        <p:tgtEl>
                                          <p:spTgt spid="6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8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8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8"/>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8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9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9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5"/>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9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00"/>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0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0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0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7"/>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9"/>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3"/>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61" grpId="0" animBg="1"/>
      <p:bldP spid="63" grpId="0"/>
      <p:bldP spid="68" grpId="0" animBg="1"/>
      <p:bldP spid="75" grpId="0" animBg="1"/>
      <p:bldP spid="83" grpId="0"/>
      <p:bldP spid="86" grpId="0" animBg="1"/>
      <p:bldP spid="87" grpId="0" animBg="1"/>
      <p:bldP spid="92" grpId="0"/>
      <p:bldP spid="93" grpId="0"/>
      <p:bldP spid="99" grpId="0"/>
      <p:bldP spid="100" grpId="0"/>
      <p:bldP spid="101" grpId="0"/>
      <p:bldP spid="105" grpId="0" animBg="1"/>
      <p:bldP spid="106" grpId="0" animBg="1"/>
      <p:bldP spid="107" grpId="0" animBg="1"/>
      <p:bldP spid="108" grpId="0" animBg="1"/>
      <p:bldP spid="109" grpId="0" animBg="1"/>
      <p:bldP spid="18" grpId="0" animBg="1"/>
      <p:bldP spid="69" grpId="0" animBg="1"/>
      <p:bldP spid="70" grpId="0" animBg="1"/>
      <p:bldP spid="71" grpId="0" animBg="1"/>
      <p:bldP spid="72" grpId="0" animBg="1"/>
      <p:bldP spid="73" grpId="0" animBg="1"/>
      <p:bldP spid="7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8CB31-D479-813F-1133-4DB5A2F61AE3}"/>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1A044C29-94DF-2A54-E966-F74CC3B8B0DF}"/>
              </a:ext>
            </a:extLst>
          </p:cNvPr>
          <p:cNvSpPr/>
          <p:nvPr/>
        </p:nvSpPr>
        <p:spPr>
          <a:xfrm>
            <a:off x="802432" y="2369975"/>
            <a:ext cx="8021381" cy="329517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C469D0-27D4-7479-20B3-B424DE886CDE}"/>
              </a:ext>
            </a:extLst>
          </p:cNvPr>
          <p:cNvSpPr>
            <a:spLocks noGrp="1"/>
          </p:cNvSpPr>
          <p:nvPr>
            <p:ph type="title"/>
          </p:nvPr>
        </p:nvSpPr>
        <p:spPr/>
        <p:txBody>
          <a:bodyPr/>
          <a:lstStyle/>
          <a:p>
            <a:r>
              <a:rPr lang="en-US" dirty="0"/>
              <a:t>Ethos-U Optimized Software Flow for </a:t>
            </a:r>
            <a:r>
              <a:rPr lang="en-US" dirty="0" err="1"/>
              <a:t>Tensorflow</a:t>
            </a:r>
            <a:r>
              <a:rPr lang="en-US" dirty="0"/>
              <a:t>/</a:t>
            </a:r>
            <a:r>
              <a:rPr lang="en-US" dirty="0" err="1"/>
              <a:t>PyTorch</a:t>
            </a:r>
            <a:endParaRPr lang="en-US" dirty="0"/>
          </a:p>
        </p:txBody>
      </p:sp>
      <p:sp>
        <p:nvSpPr>
          <p:cNvPr id="29" name="Text Placeholder 28">
            <a:extLst>
              <a:ext uri="{FF2B5EF4-FFF2-40B4-BE49-F238E27FC236}">
                <a16:creationId xmlns:a16="http://schemas.microsoft.com/office/drawing/2014/main" id="{9932E99C-CFB9-B2EB-9766-774541C1F639}"/>
              </a:ext>
            </a:extLst>
          </p:cNvPr>
          <p:cNvSpPr>
            <a:spLocks noGrp="1"/>
          </p:cNvSpPr>
          <p:nvPr>
            <p:ph type="body" sz="quarter" idx="13"/>
          </p:nvPr>
        </p:nvSpPr>
        <p:spPr/>
        <p:txBody>
          <a:bodyPr/>
          <a:lstStyle/>
          <a:p>
            <a:r>
              <a:rPr lang="en-US" dirty="0">
                <a:hlinkClick r:id="rId3"/>
              </a:rPr>
              <a:t>github.com/Arm-Examples#edge-ai-and-machine-learning</a:t>
            </a:r>
            <a:endParaRPr lang="en-US" dirty="0"/>
          </a:p>
        </p:txBody>
      </p:sp>
      <p:sp>
        <p:nvSpPr>
          <p:cNvPr id="4" name="Process 1">
            <a:extLst>
              <a:ext uri="{FF2B5EF4-FFF2-40B4-BE49-F238E27FC236}">
                <a16:creationId xmlns:a16="http://schemas.microsoft.com/office/drawing/2014/main" id="{4FCF63CE-1B35-24F1-B1FD-F082296A3DE8}"/>
              </a:ext>
            </a:extLst>
          </p:cNvPr>
          <p:cNvSpPr/>
          <p:nvPr/>
        </p:nvSpPr>
        <p:spPr>
          <a:xfrm>
            <a:off x="923731" y="2491274"/>
            <a:ext cx="3665055" cy="3089087"/>
          </a:xfrm>
          <a:prstGeom prst="flowChartProcess">
            <a:avLst/>
          </a:prstGeom>
          <a:solidFill>
            <a:schemeClr val="tx1">
              <a:lumMod val="50000"/>
              <a:lumOff val="5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defRPr/>
            </a:pPr>
            <a:r>
              <a:rPr lang="en-US" sz="1400" b="1" spc="400" dirty="0">
                <a:solidFill>
                  <a:srgbClr val="FFFFFF"/>
                </a:solidFill>
                <a:latin typeface="Lato" panose="020F0502020204030203" pitchFamily="34" charset="77"/>
                <a:ea typeface="ＭＳ Ｐゴシック" charset="0"/>
              </a:rPr>
              <a:t>HOST (OFFLINE)</a:t>
            </a:r>
          </a:p>
        </p:txBody>
      </p:sp>
      <p:sp>
        <p:nvSpPr>
          <p:cNvPr id="9" name="角丸四角形 6">
            <a:extLst>
              <a:ext uri="{FF2B5EF4-FFF2-40B4-BE49-F238E27FC236}">
                <a16:creationId xmlns:a16="http://schemas.microsoft.com/office/drawing/2014/main" id="{82936832-DE0D-BA67-8E68-B672BE7EFE4C}"/>
              </a:ext>
            </a:extLst>
          </p:cNvPr>
          <p:cNvSpPr/>
          <p:nvPr/>
        </p:nvSpPr>
        <p:spPr>
          <a:xfrm>
            <a:off x="2830531" y="2983743"/>
            <a:ext cx="1521097" cy="870217"/>
          </a:xfrm>
          <a:prstGeom prst="roundRect">
            <a:avLst>
              <a:gd name="adj" fmla="val 0"/>
            </a:avLst>
          </a:prstGeom>
          <a:solidFill>
            <a:schemeClr val="accent1"/>
          </a:solidFill>
          <a:ln w="15875">
            <a:noFill/>
          </a:ln>
        </p:spPr>
        <p:style>
          <a:lnRef idx="2">
            <a:schemeClr val="accent4"/>
          </a:lnRef>
          <a:fillRef idx="1">
            <a:schemeClr val="lt1"/>
          </a:fillRef>
          <a:effectRef idx="0">
            <a:schemeClr val="accent4"/>
          </a:effectRef>
          <a:fontRef idx="minor">
            <a:schemeClr val="dk1"/>
          </a:fontRef>
        </p:style>
        <p:txBody>
          <a:bodyPr lIns="121920" tIns="60960" rIns="121920" bIns="60960"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err="1">
                <a:ln>
                  <a:noFill/>
                </a:ln>
                <a:solidFill>
                  <a:srgbClr val="FFFFFF"/>
                </a:solidFill>
                <a:effectLst/>
                <a:uLnTx/>
                <a:uFillTx/>
                <a:latin typeface="Calibri"/>
                <a:ea typeface="Lato Light"/>
                <a:cs typeface="Calibri"/>
              </a:rPr>
              <a:t>Quantization</a:t>
            </a:r>
            <a:r>
              <a:rPr kumimoji="1" lang="sv-SE" altLang="ja-JP" sz="1600" b="0" i="0" u="none" strike="noStrike" kern="1200" cap="none" spc="0" normalizeH="0" baseline="0" noProof="0" dirty="0">
                <a:ln>
                  <a:noFill/>
                </a:ln>
                <a:solidFill>
                  <a:srgbClr val="FFFFFF"/>
                </a:solidFill>
                <a:effectLst/>
                <a:uLnTx/>
                <a:uFillTx/>
                <a:latin typeface="Calibri"/>
                <a:ea typeface="Lato Light"/>
                <a:cs typeface="Calibri"/>
              </a:rPr>
              <a:t> &amp; </a:t>
            </a:r>
            <a:r>
              <a:rPr kumimoji="1" lang="sv-SE" altLang="ja-JP" sz="1600" b="0" i="0" u="none" strike="noStrike" kern="1200" cap="none" spc="0" normalizeH="0" baseline="0" noProof="0" dirty="0" err="1">
                <a:ln>
                  <a:noFill/>
                </a:ln>
                <a:solidFill>
                  <a:srgbClr val="FFFFFF"/>
                </a:solidFill>
                <a:effectLst/>
                <a:uLnTx/>
                <a:uFillTx/>
                <a:latin typeface="Calibri"/>
                <a:ea typeface="Lato Light"/>
                <a:cs typeface="Calibri"/>
              </a:rPr>
              <a:t>Optimization</a:t>
            </a:r>
            <a:endParaRPr kumimoji="0" lang="sv-SE" altLang="ja-JP" sz="1600" b="0" i="0" u="none" strike="noStrike" kern="1200" cap="none" spc="0" normalizeH="0" baseline="0" noProof="0" dirty="0">
              <a:ln>
                <a:noFill/>
              </a:ln>
              <a:solidFill>
                <a:srgbClr val="FFFFFF"/>
              </a:solidFill>
              <a:effectLst/>
              <a:uLnTx/>
              <a:uFillTx/>
              <a:latin typeface="Calibri"/>
              <a:ea typeface="Lato Light"/>
              <a:cs typeface="Calibri"/>
            </a:endParaRPr>
          </a:p>
        </p:txBody>
      </p:sp>
      <p:sp>
        <p:nvSpPr>
          <p:cNvPr id="11" name="Process 65">
            <a:extLst>
              <a:ext uri="{FF2B5EF4-FFF2-40B4-BE49-F238E27FC236}">
                <a16:creationId xmlns:a16="http://schemas.microsoft.com/office/drawing/2014/main" id="{2A273938-131D-99FA-670C-949235DE00D4}"/>
              </a:ext>
            </a:extLst>
          </p:cNvPr>
          <p:cNvSpPr/>
          <p:nvPr/>
        </p:nvSpPr>
        <p:spPr>
          <a:xfrm>
            <a:off x="4828859" y="2491272"/>
            <a:ext cx="3892890" cy="3089087"/>
          </a:xfrm>
          <a:prstGeom prst="flowChartProcess">
            <a:avLst/>
          </a:prstGeom>
          <a:solidFill>
            <a:schemeClr val="bg2">
              <a:lumMod val="50000"/>
            </a:schemeClr>
          </a:solidFill>
          <a:ln w="158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defTabSz="1219170">
              <a:defRPr/>
            </a:pPr>
            <a:r>
              <a:rPr lang="en-US" sz="1400" b="1" spc="400" dirty="0">
                <a:solidFill>
                  <a:srgbClr val="FFFFFF"/>
                </a:solidFill>
                <a:latin typeface="Lato" panose="020F0502020204030203" pitchFamily="34" charset="77"/>
                <a:ea typeface="ＭＳ Ｐゴシック" charset="0"/>
              </a:rPr>
              <a:t>TARGET / DEVICE</a:t>
            </a:r>
          </a:p>
        </p:txBody>
      </p:sp>
      <p:sp>
        <p:nvSpPr>
          <p:cNvPr id="13" name="角丸四角形 6">
            <a:extLst>
              <a:ext uri="{FF2B5EF4-FFF2-40B4-BE49-F238E27FC236}">
                <a16:creationId xmlns:a16="http://schemas.microsoft.com/office/drawing/2014/main" id="{A60B54B0-3725-80A8-C9F3-40CB43AA62DE}"/>
              </a:ext>
            </a:extLst>
          </p:cNvPr>
          <p:cNvSpPr/>
          <p:nvPr/>
        </p:nvSpPr>
        <p:spPr>
          <a:xfrm rot="16200000">
            <a:off x="4067360" y="3938621"/>
            <a:ext cx="2401934" cy="424283"/>
          </a:xfrm>
          <a:prstGeom prst="roundRect">
            <a:avLst>
              <a:gd name="adj" fmla="val 0"/>
            </a:avLst>
          </a:prstGeom>
          <a:solidFill>
            <a:schemeClr val="accent4"/>
          </a:solidFill>
          <a:ln w="15875">
            <a:solidFill>
              <a:schemeClr val="accent4"/>
            </a:solidFill>
          </a:ln>
        </p:spPr>
        <p:style>
          <a:lnRef idx="2">
            <a:schemeClr val="accent4"/>
          </a:lnRef>
          <a:fillRef idx="1">
            <a:schemeClr val="lt1"/>
          </a:fillRef>
          <a:effectRef idx="0">
            <a:schemeClr val="accent4"/>
          </a:effectRef>
          <a:fontRef idx="minor">
            <a:schemeClr val="dk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dirty="0">
                <a:solidFill>
                  <a:sysClr val="windowText" lastClr="000000"/>
                </a:solidFill>
                <a:latin typeface="Calibri" panose="020F0502020204030204" pitchFamily="34" charset="0"/>
                <a:ea typeface="Lato Light" panose="020F0502020204030203" pitchFamily="34" charset="0"/>
                <a:cs typeface="Calibri" panose="020F0502020204030204" pitchFamily="34" charset="0"/>
              </a:rPr>
              <a:t>ML </a:t>
            </a:r>
            <a:r>
              <a:rPr kumimoji="1" lang="sv-SE" altLang="ja-JP" sz="1600" dirty="0" err="1">
                <a:solidFill>
                  <a:sysClr val="windowText" lastClr="000000"/>
                </a:solidFill>
                <a:latin typeface="Calibri" panose="020F0502020204030204" pitchFamily="34" charset="0"/>
                <a:ea typeface="Lato Light" panose="020F0502020204030203" pitchFamily="34" charset="0"/>
                <a:cs typeface="Calibri" panose="020F0502020204030204" pitchFamily="34" charset="0"/>
              </a:rPr>
              <a:t>Runtime</a:t>
            </a:r>
            <a:endParaRPr kumimoji="1" lang="ja-JP" altLang="en-US" sz="1600" b="0" i="0" u="none" strike="noStrike" kern="1200" cap="none" spc="0" normalizeH="0" baseline="0" noProof="0">
              <a:ln>
                <a:noFill/>
              </a:ln>
              <a:solidFill>
                <a:sysClr val="windowText" lastClr="000000"/>
              </a:solidFill>
              <a:effectLst/>
              <a:uLnTx/>
              <a:uFillTx/>
              <a:latin typeface="Calibri" panose="020F0502020204030204" pitchFamily="34" charset="0"/>
              <a:ea typeface="游ゴシック" panose="020B0400000000000000" pitchFamily="34" charset="-128"/>
              <a:cs typeface="Calibri" panose="020F0502020204030204" pitchFamily="34" charset="0"/>
            </a:endParaRPr>
          </a:p>
        </p:txBody>
      </p:sp>
      <p:sp>
        <p:nvSpPr>
          <p:cNvPr id="14" name="角丸四角形 7">
            <a:extLst>
              <a:ext uri="{FF2B5EF4-FFF2-40B4-BE49-F238E27FC236}">
                <a16:creationId xmlns:a16="http://schemas.microsoft.com/office/drawing/2014/main" id="{4A4BEEB3-6ABA-56BD-435A-F8B37D701949}"/>
              </a:ext>
            </a:extLst>
          </p:cNvPr>
          <p:cNvSpPr/>
          <p:nvPr/>
        </p:nvSpPr>
        <p:spPr>
          <a:xfrm>
            <a:off x="5761298" y="2949797"/>
            <a:ext cx="1268451" cy="1095353"/>
          </a:xfrm>
          <a:prstGeom prst="roundRect">
            <a:avLst>
              <a:gd name="adj" fmla="val 0"/>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CMSIS-NN</a:t>
            </a:r>
            <a:endParaRPr kumimoji="0" lang="en-US"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endParaRPr>
          </a:p>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err="1">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Optimized</a:t>
            </a:r>
            <a:r>
              <a:rPr kumimoji="1" lang="sv-SE" altLang="ja-JP"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 </a:t>
            </a:r>
            <a:r>
              <a:rPr kumimoji="1" lang="sv-SE" altLang="ja-JP" sz="1600" b="0" i="0" u="none" strike="noStrike" kern="1200" cap="none" spc="0" normalizeH="0" baseline="0" noProof="0" dirty="0" err="1">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Kernels</a:t>
            </a:r>
            <a:endParaRPr kumimoji="0" lang="en-US" altLang="ja-JP"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4FAB7E5-0E21-B079-B67A-C8A4D53F3621}"/>
              </a:ext>
            </a:extLst>
          </p:cNvPr>
          <p:cNvSpPr/>
          <p:nvPr/>
        </p:nvSpPr>
        <p:spPr>
          <a:xfrm>
            <a:off x="7291917" y="2949795"/>
            <a:ext cx="1293681" cy="1099191"/>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Cortex-M</a:t>
            </a:r>
          </a:p>
          <a:p>
            <a:pPr marL="0" marR="0" lvl="0" indent="0" algn="ctr" defTabSz="1218804" rtl="0" eaLnBrk="0" fontAlgn="base" latinLnBrk="0" hangingPunct="0">
              <a:lnSpc>
                <a:spcPct val="100000"/>
              </a:lnSpc>
              <a:spcBef>
                <a:spcPct val="0"/>
              </a:spcBef>
              <a:spcAft>
                <a:spcPct val="0"/>
              </a:spcAft>
              <a:buClrTx/>
              <a:buSzTx/>
              <a:buFontTx/>
              <a:buNone/>
              <a:tabLst/>
              <a:defRPr/>
            </a:pPr>
            <a:r>
              <a:rPr kumimoji="0" lang="en-GB" sz="1600" b="0" i="0" u="none" strike="noStrike" kern="1200" cap="none" spc="0" normalizeH="0" baseline="0" noProof="0" dirty="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CPU</a:t>
            </a:r>
          </a:p>
        </p:txBody>
      </p:sp>
      <p:sp>
        <p:nvSpPr>
          <p:cNvPr id="17" name="角丸四角形 7">
            <a:extLst>
              <a:ext uri="{FF2B5EF4-FFF2-40B4-BE49-F238E27FC236}">
                <a16:creationId xmlns:a16="http://schemas.microsoft.com/office/drawing/2014/main" id="{D4A8FE17-7D0E-A6ED-AC81-7C89A7A026BB}"/>
              </a:ext>
            </a:extLst>
          </p:cNvPr>
          <p:cNvSpPr/>
          <p:nvPr/>
        </p:nvSpPr>
        <p:spPr>
          <a:xfrm>
            <a:off x="7291917" y="4211312"/>
            <a:ext cx="1293681" cy="1140419"/>
          </a:xfrm>
          <a:prstGeom prst="roundRect">
            <a:avLst>
              <a:gd name="adj" fmla="val 0"/>
            </a:avLst>
          </a:prstGeom>
          <a:solidFill>
            <a:schemeClr val="accent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err="1">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Ethos</a:t>
            </a:r>
            <a:r>
              <a:rPr kumimoji="1" lang="sv-SE" altLang="ja-JP" sz="1600" b="0" i="0" u="none" strike="noStrike" kern="1200" cap="none" spc="0" normalizeH="0" baseline="0" noProof="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-U</a:t>
            </a:r>
          </a:p>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NPU</a:t>
            </a:r>
          </a:p>
        </p:txBody>
      </p:sp>
      <p:sp>
        <p:nvSpPr>
          <p:cNvPr id="18" name="角丸四角形 7">
            <a:extLst>
              <a:ext uri="{FF2B5EF4-FFF2-40B4-BE49-F238E27FC236}">
                <a16:creationId xmlns:a16="http://schemas.microsoft.com/office/drawing/2014/main" id="{308DED3E-3A0C-74DA-7E1C-9AA424063B8D}"/>
              </a:ext>
            </a:extLst>
          </p:cNvPr>
          <p:cNvSpPr/>
          <p:nvPr/>
        </p:nvSpPr>
        <p:spPr>
          <a:xfrm>
            <a:off x="5751967" y="4213659"/>
            <a:ext cx="1268451" cy="1138073"/>
          </a:xfrm>
          <a:prstGeom prst="roundRect">
            <a:avLst>
              <a:gd name="adj" fmla="val 0"/>
            </a:avLst>
          </a:prstGeom>
          <a:solidFill>
            <a:schemeClr val="accent1">
              <a:lumMod val="75000"/>
            </a:schemeClr>
          </a:solidFill>
          <a:ln>
            <a:noFill/>
          </a:ln>
        </p:spPr>
        <p:style>
          <a:lnRef idx="0">
            <a:scrgbClr r="0" g="0" b="0"/>
          </a:lnRef>
          <a:fillRef idx="0">
            <a:scrgbClr r="0" g="0" b="0"/>
          </a:fillRef>
          <a:effectRef idx="0">
            <a:scrgbClr r="0" g="0" b="0"/>
          </a:effectRef>
          <a:fontRef idx="minor">
            <a:schemeClr val="lt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rPr>
              <a:t>Ethos-U Driver</a:t>
            </a:r>
            <a:endParaRPr kumimoji="0" lang="en-US" altLang="ja-JP" sz="1600" b="0" i="0" u="none" strike="noStrike" kern="1200" cap="none" spc="0" normalizeH="0" baseline="0" noProof="0">
              <a:ln>
                <a:noFill/>
              </a:ln>
              <a:solidFill>
                <a:prstClr val="white"/>
              </a:solidFill>
              <a:effectLst/>
              <a:uLnTx/>
              <a:uFillTx/>
              <a:latin typeface="Calibri" panose="020F0502020204030204" pitchFamily="34" charset="0"/>
              <a:ea typeface="Lato Light" panose="020F0502020204030203" pitchFamily="34" charset="0"/>
              <a:cs typeface="Calibri" panose="020F0502020204030204" pitchFamily="34" charset="0"/>
            </a:endParaRPr>
          </a:p>
        </p:txBody>
      </p:sp>
      <p:sp>
        <p:nvSpPr>
          <p:cNvPr id="20" name="角丸四角形 6">
            <a:extLst>
              <a:ext uri="{FF2B5EF4-FFF2-40B4-BE49-F238E27FC236}">
                <a16:creationId xmlns:a16="http://schemas.microsoft.com/office/drawing/2014/main" id="{E6453D9D-7C8A-4615-4482-436DC263D8B6}"/>
              </a:ext>
            </a:extLst>
          </p:cNvPr>
          <p:cNvSpPr/>
          <p:nvPr/>
        </p:nvSpPr>
        <p:spPr>
          <a:xfrm>
            <a:off x="2831636" y="4349453"/>
            <a:ext cx="1566699" cy="851168"/>
          </a:xfrm>
          <a:prstGeom prst="roundRect">
            <a:avLst>
              <a:gd name="adj" fmla="val 0"/>
            </a:avLst>
          </a:prstGeom>
          <a:solidFill>
            <a:schemeClr val="accent1">
              <a:lumMod val="75000"/>
            </a:schemeClr>
          </a:solidFill>
          <a:ln w="15875">
            <a:noFill/>
          </a:ln>
        </p:spPr>
        <p:style>
          <a:lnRef idx="2">
            <a:schemeClr val="accent4"/>
          </a:lnRef>
          <a:fillRef idx="1">
            <a:schemeClr val="lt1"/>
          </a:fillRef>
          <a:effectRef idx="0">
            <a:schemeClr val="accent4"/>
          </a:effectRef>
          <a:fontRef idx="minor">
            <a:schemeClr val="dk1"/>
          </a:fontRef>
        </p:style>
        <p:txBody>
          <a:bodyPr rtlCol="0" anchor="ctr" anchorCtr="1"/>
          <a:lstStyle/>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panose="020F0502020204030203" pitchFamily="34" charset="0"/>
                <a:cs typeface="Calibri" panose="020F0502020204030204" pitchFamily="34" charset="0"/>
              </a:rPr>
              <a:t>Vela </a:t>
            </a:r>
            <a:r>
              <a:rPr kumimoji="1" lang="sv-SE" altLang="ja-JP" sz="1600" b="0" i="0" u="none" strike="noStrike" kern="1200" cap="none" spc="0" normalizeH="0" baseline="0" noProof="0" dirty="0" err="1">
                <a:ln>
                  <a:noFill/>
                </a:ln>
                <a:solidFill>
                  <a:srgbClr val="FFFFFF"/>
                </a:solidFill>
                <a:effectLst/>
                <a:uLnTx/>
                <a:uFillTx/>
                <a:latin typeface="Calibri" panose="020F0502020204030204" pitchFamily="34" charset="0"/>
                <a:ea typeface="Lato" panose="020F0502020204030203" pitchFamily="34" charset="0"/>
                <a:cs typeface="Calibri" panose="020F0502020204030204" pitchFamily="34" charset="0"/>
              </a:rPr>
              <a:t>Compiler</a:t>
            </a:r>
            <a:endPar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panose="020F0502020204030203" pitchFamily="34" charset="0"/>
              <a:cs typeface="Calibri" panose="020F0502020204030204" pitchFamily="34" charset="0"/>
            </a:endParaRPr>
          </a:p>
          <a:p>
            <a:pPr marL="0" marR="0" lvl="0" indent="0" algn="ctr" defTabSz="1218804" rtl="0" eaLnBrk="0" fontAlgn="base" latinLnBrk="0" hangingPunct="0">
              <a:lnSpc>
                <a:spcPct val="100000"/>
              </a:lnSpc>
              <a:spcBef>
                <a:spcPct val="0"/>
              </a:spcBef>
              <a:spcAft>
                <a:spcPct val="0"/>
              </a:spcAft>
              <a:buClrTx/>
              <a:buSzTx/>
              <a:buFontTx/>
              <a:buNone/>
              <a:tabLst/>
              <a:defRPr/>
            </a:pPr>
            <a:r>
              <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a:t>
            </a:r>
            <a:r>
              <a:rPr kumimoji="1" lang="sv-SE" altLang="ja-JP" sz="1600" b="0" i="0" u="none" strike="noStrike" kern="1200" cap="none" spc="0" normalizeH="0" baseline="0" noProof="0" dirty="0" err="1">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Optimize</a:t>
            </a:r>
            <a:r>
              <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 for </a:t>
            </a:r>
            <a:r>
              <a:rPr kumimoji="1" lang="sv-SE" altLang="ja-JP" sz="1600" b="0" i="0" u="none" strike="noStrike" kern="1200" cap="none" spc="0" normalizeH="0" baseline="0" noProof="0" dirty="0" err="1">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Ethos</a:t>
            </a:r>
            <a:r>
              <a:rPr kumimoji="1" lang="sv-SE" altLang="ja-JP" sz="1600" b="0" i="0" u="none" strike="noStrike" kern="1200" cap="none" spc="0" normalizeH="0" baseline="0" noProof="0" dirty="0">
                <a:ln>
                  <a:noFill/>
                </a:ln>
                <a:solidFill>
                  <a:srgbClr val="FFFFFF"/>
                </a:solidFill>
                <a:effectLst/>
                <a:uLnTx/>
                <a:uFillTx/>
                <a:latin typeface="Calibri" panose="020F0502020204030204" pitchFamily="34" charset="0"/>
                <a:ea typeface="Lato Light" panose="020F0502020204030203" pitchFamily="34" charset="0"/>
                <a:cs typeface="Calibri" panose="020F0502020204030204" pitchFamily="34" charset="0"/>
              </a:rPr>
              <a:t>-U NPU)</a:t>
            </a:r>
          </a:p>
        </p:txBody>
      </p:sp>
      <p:sp>
        <p:nvSpPr>
          <p:cNvPr id="26" name="Right Arrow 25">
            <a:extLst>
              <a:ext uri="{FF2B5EF4-FFF2-40B4-BE49-F238E27FC236}">
                <a16:creationId xmlns:a16="http://schemas.microsoft.com/office/drawing/2014/main" id="{C048DC5F-E549-3C22-7726-566FA656D911}"/>
              </a:ext>
            </a:extLst>
          </p:cNvPr>
          <p:cNvSpPr/>
          <p:nvPr/>
        </p:nvSpPr>
        <p:spPr>
          <a:xfrm>
            <a:off x="4344045" y="3226427"/>
            <a:ext cx="70280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7" name="Right Arrow 26">
            <a:extLst>
              <a:ext uri="{FF2B5EF4-FFF2-40B4-BE49-F238E27FC236}">
                <a16:creationId xmlns:a16="http://schemas.microsoft.com/office/drawing/2014/main" id="{19CEEC00-C71C-E28D-F369-386555FB7868}"/>
              </a:ext>
            </a:extLst>
          </p:cNvPr>
          <p:cNvSpPr/>
          <p:nvPr/>
        </p:nvSpPr>
        <p:spPr>
          <a:xfrm>
            <a:off x="4398335" y="4494356"/>
            <a:ext cx="637294"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3" name="Right Arrow 32">
            <a:extLst>
              <a:ext uri="{FF2B5EF4-FFF2-40B4-BE49-F238E27FC236}">
                <a16:creationId xmlns:a16="http://schemas.microsoft.com/office/drawing/2014/main" id="{5D652612-B781-2A6B-2C28-72AAA7CCCACB}"/>
              </a:ext>
            </a:extLst>
          </p:cNvPr>
          <p:cNvSpPr/>
          <p:nvPr/>
        </p:nvSpPr>
        <p:spPr>
          <a:xfrm>
            <a:off x="5489799" y="3246275"/>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4" name="Right Arrow 33">
            <a:extLst>
              <a:ext uri="{FF2B5EF4-FFF2-40B4-BE49-F238E27FC236}">
                <a16:creationId xmlns:a16="http://schemas.microsoft.com/office/drawing/2014/main" id="{1692C015-06FC-2665-93F7-0D8B7DAE5FE6}"/>
              </a:ext>
            </a:extLst>
          </p:cNvPr>
          <p:cNvSpPr/>
          <p:nvPr/>
        </p:nvSpPr>
        <p:spPr>
          <a:xfrm>
            <a:off x="5480468" y="4515090"/>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5" name="Right Arrow 34">
            <a:extLst>
              <a:ext uri="{FF2B5EF4-FFF2-40B4-BE49-F238E27FC236}">
                <a16:creationId xmlns:a16="http://schemas.microsoft.com/office/drawing/2014/main" id="{A1D85C2F-7060-6370-50A6-5ED2EDF5FE19}"/>
              </a:ext>
            </a:extLst>
          </p:cNvPr>
          <p:cNvSpPr/>
          <p:nvPr/>
        </p:nvSpPr>
        <p:spPr>
          <a:xfrm>
            <a:off x="7016575" y="3246275"/>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 name="Right Arrow 35">
            <a:extLst>
              <a:ext uri="{FF2B5EF4-FFF2-40B4-BE49-F238E27FC236}">
                <a16:creationId xmlns:a16="http://schemas.microsoft.com/office/drawing/2014/main" id="{F0F44984-D4E9-3FD5-0FBC-A0EC774430C6}"/>
              </a:ext>
            </a:extLst>
          </p:cNvPr>
          <p:cNvSpPr/>
          <p:nvPr/>
        </p:nvSpPr>
        <p:spPr>
          <a:xfrm>
            <a:off x="7007244" y="4515090"/>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 name="Right Arrow 36">
            <a:extLst>
              <a:ext uri="{FF2B5EF4-FFF2-40B4-BE49-F238E27FC236}">
                <a16:creationId xmlns:a16="http://schemas.microsoft.com/office/drawing/2014/main" id="{AEE69B1B-9918-FB4E-7694-612F7AF44772}"/>
              </a:ext>
            </a:extLst>
          </p:cNvPr>
          <p:cNvSpPr/>
          <p:nvPr/>
        </p:nvSpPr>
        <p:spPr>
          <a:xfrm rot="5400000">
            <a:off x="3342769" y="3831507"/>
            <a:ext cx="500112"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4" name="Right Arrow 32">
            <a:extLst>
              <a:ext uri="{FF2B5EF4-FFF2-40B4-BE49-F238E27FC236}">
                <a16:creationId xmlns:a16="http://schemas.microsoft.com/office/drawing/2014/main" id="{0D13819C-9F20-115D-E2CB-687B344C7C8B}"/>
              </a:ext>
            </a:extLst>
          </p:cNvPr>
          <p:cNvSpPr/>
          <p:nvPr/>
        </p:nvSpPr>
        <p:spPr>
          <a:xfrm>
            <a:off x="2532758" y="3200383"/>
            <a:ext cx="271499" cy="535780"/>
          </a:xfrm>
          <a:prstGeom prst="rightArrow">
            <a:avLst/>
          </a:prstGeom>
          <a:solidFill>
            <a:schemeClr val="bg1"/>
          </a:solidFill>
          <a:ln>
            <a:solidFill>
              <a:schemeClr val="tx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 name="角丸四角形 6">
            <a:extLst>
              <a:ext uri="{FF2B5EF4-FFF2-40B4-BE49-F238E27FC236}">
                <a16:creationId xmlns:a16="http://schemas.microsoft.com/office/drawing/2014/main" id="{47935825-0EE0-9F16-CBB9-78D6714F99C6}"/>
              </a:ext>
            </a:extLst>
          </p:cNvPr>
          <p:cNvSpPr/>
          <p:nvPr/>
        </p:nvSpPr>
        <p:spPr>
          <a:xfrm>
            <a:off x="1102765" y="2983743"/>
            <a:ext cx="1446937" cy="870217"/>
          </a:xfrm>
          <a:prstGeom prst="roundRect">
            <a:avLst>
              <a:gd name="adj" fmla="val 0"/>
            </a:avLst>
          </a:prstGeom>
          <a:solidFill>
            <a:schemeClr val="tx2"/>
          </a:solidFill>
          <a:ln w="15875">
            <a:solidFill>
              <a:srgbClr val="00C1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r>
              <a:rPr kumimoji="1" lang="sv-SE" altLang="ja-JP" sz="1600" dirty="0">
                <a:solidFill>
                  <a:srgbClr val="FFFFFF"/>
                </a:solidFill>
                <a:latin typeface="Calibri"/>
                <a:cs typeface="Calibri"/>
              </a:rPr>
              <a:t>ML</a:t>
            </a:r>
            <a:br>
              <a:rPr kumimoji="1" lang="sv-SE" altLang="ja-JP" sz="1600" dirty="0">
                <a:solidFill>
                  <a:srgbClr val="FFFFFF"/>
                </a:solidFill>
                <a:latin typeface="Calibri"/>
                <a:cs typeface="Calibri"/>
              </a:rPr>
            </a:br>
            <a:r>
              <a:rPr kumimoji="1" lang="sv-SE" altLang="ja-JP" sz="1600" dirty="0">
                <a:solidFill>
                  <a:srgbClr val="FFFFFF"/>
                </a:solidFill>
                <a:latin typeface="Calibri"/>
                <a:cs typeface="Calibri"/>
              </a:rPr>
              <a:t> Model</a:t>
            </a:r>
          </a:p>
        </p:txBody>
      </p:sp>
    </p:spTree>
    <p:extLst>
      <p:ext uri="{BB962C8B-B14F-4D97-AF65-F5344CB8AC3E}">
        <p14:creationId xmlns:p14="http://schemas.microsoft.com/office/powerpoint/2010/main" val="527080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rm_PPT_Public">
  <a:themeElements>
    <a:clrScheme name="Arm PPT">
      <a:dk1>
        <a:srgbClr val="000000"/>
      </a:dk1>
      <a:lt1>
        <a:srgbClr val="FFFFFF"/>
      </a:lt1>
      <a:dk2>
        <a:srgbClr val="333E48"/>
      </a:dk2>
      <a:lt2>
        <a:srgbClr val="E5ECEB"/>
      </a:lt2>
      <a:accent1>
        <a:srgbClr val="0091BD"/>
      </a:accent1>
      <a:accent2>
        <a:srgbClr val="002B49"/>
      </a:accent2>
      <a:accent3>
        <a:srgbClr val="FFC700"/>
      </a:accent3>
      <a:accent4>
        <a:srgbClr val="95D600"/>
      </a:accent4>
      <a:accent5>
        <a:srgbClr val="FF6B00"/>
      </a:accent5>
      <a:accent6>
        <a:srgbClr val="7D868C"/>
      </a:accent6>
      <a:hlink>
        <a:srgbClr val="00C1DE"/>
      </a:hlink>
      <a:folHlink>
        <a:srgbClr val="002F6C"/>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0" indent="0" algn="l" defTabSz="914400" rtl="0" eaLnBrk="1" latinLnBrk="0" hangingPunct="1">
          <a:lnSpc>
            <a:spcPct val="90000"/>
          </a:lnSpc>
          <a:spcBef>
            <a:spcPts val="0"/>
          </a:spcBef>
          <a:spcAft>
            <a:spcPts val="600"/>
          </a:spcAft>
          <a:buFont typeface="Arial" panose="020B0604020202020204" pitchFamily="34" charset="0"/>
          <a:buNone/>
          <a:defRPr sz="2100" kern="1200" dirty="0" err="1" smtClean="0">
            <a:solidFill>
              <a:schemeClr val="tx2"/>
            </a:solidFill>
            <a:latin typeface="+mn-lt"/>
            <a:ea typeface="+mn-ea"/>
            <a:cs typeface="+mn-cs"/>
          </a:defRPr>
        </a:defPPr>
      </a:lstStyle>
    </a:txDef>
  </a:objectDefaults>
  <a:extraClrSchemeLst/>
  <a:extLst>
    <a:ext uri="{05A4C25C-085E-4340-85A3-A5531E510DB2}">
      <thm15:themeFamily xmlns:thm15="http://schemas.microsoft.com/office/thememl/2012/main" name="Presentation37" id="{BAEDCA4E-07D3-CF45-8582-069B713BBD79}" vid="{B429C1B6-4366-0543-9EF0-CA4016DA91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Current_x0020_Version xmlns="f2ad5090-61a8-4b8c-ab70-68f4ff4d1933">9.0</Current_x0020_Version>
    <Document_x0020_Author xmlns="f2ad5090-61a8-4b8c-ab70-68f4ff4d1933">
      <UserInfo>
        <DisplayName/>
        <AccountId xsi:nil="true"/>
        <AccountType/>
      </UserInfo>
    </Document_x0020_Author>
    <_dlc_DocId xmlns="f2ad5090-61a8-4b8c-ab70-68f4ff4d1933">ARM-ECM-0633231</_dlc_DocId>
    <Document_x0020_Confidentiality xmlns="f2ad5090-61a8-4b8c-ab70-68f4ff4d1933">Confidential-Restricted</Document_x0020_Confidentiality>
    <_dlc_DocIdUrl xmlns="f2ad5090-61a8-4b8c-ab70-68f4ff4d1933">
      <Url>http://teamsites.arm.com/sites/cthub/_layouts/DocIdRedir.aspx?ID=ARM-ECM-0633231</Url>
      <Description>ARM-ECM-0633231</Description>
    </_dlc_DocIdUrl>
    <Category xmlns="c0950e01-db07-4e41-9c32-b7a8e9fccc9b">Private Presentation Templates</Category>
    <ARM_x0020_Legacy_x0020_ID xmlns="f2ad5090-61a8-4b8c-ab70-68f4ff4d1933" xsi:nil="true"/>
    <TaxCatchAll xmlns="f2ad5090-61a8-4b8c-ab70-68f4ff4d1933">
      <Value>7</Value>
      <Value>1</Value>
    </TaxCatchAll>
    <j60c3ced31bb40378c6254d49035d966 xmlns="f2ad5090-61a8-4b8c-ab70-68f4ff4d1933">
      <Terms xmlns="http://schemas.microsoft.com/office/infopath/2007/PartnerControls">
        <TermInfo xmlns="http://schemas.microsoft.com/office/infopath/2007/PartnerControls">
          <TermName xmlns="http://schemas.microsoft.com/office/infopath/2007/PartnerControls">2017</TermName>
          <TermId xmlns="http://schemas.microsoft.com/office/infopath/2007/PartnerControls">58467e81-5d99-44a5-abb5-12a016b65e9e</TermId>
        </TermInfo>
      </Terms>
    </j60c3ced31bb40378c6254d49035d966>
    <RoutingRuleDescription xmlns="http://schemas.microsoft.com/sharepoint/v3"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ARM Document" ma:contentTypeID="0x0101005C6975769EB1684CAB07571CAE07A11B0100BC81FA0C64ACC243A77959D9266C7751" ma:contentTypeVersion="27" ma:contentTypeDescription="" ma:contentTypeScope="" ma:versionID="c3d44a507a30e34bb56df6cb41b0e970">
  <xsd:schema xmlns:xsd="http://www.w3.org/2001/XMLSchema" xmlns:xs="http://www.w3.org/2001/XMLSchema" xmlns:p="http://schemas.microsoft.com/office/2006/metadata/properties" xmlns:ns1="http://schemas.microsoft.com/sharepoint/v3" xmlns:ns2="f2ad5090-61a8-4b8c-ab70-68f4ff4d1933" xmlns:ns3="http://schemas.microsoft.com/sharepoint/v3/fields" xmlns:ns4="c0950e01-db07-4e41-9c32-b7a8e9fccc9b" targetNamespace="http://schemas.microsoft.com/office/2006/metadata/properties" ma:root="true" ma:fieldsID="d6365f768a9cf65e3d0aaa644537f94f" ns1:_="" ns2:_="" ns3:_="" ns4:_="">
    <xsd:import namespace="http://schemas.microsoft.com/sharepoint/v3"/>
    <xsd:import namespace="f2ad5090-61a8-4b8c-ab70-68f4ff4d1933"/>
    <xsd:import namespace="http://schemas.microsoft.com/sharepoint/v3/fields"/>
    <xsd:import namespace="c0950e01-db07-4e41-9c32-b7a8e9fccc9b"/>
    <xsd:element name="properties">
      <xsd:complexType>
        <xsd:sequence>
          <xsd:element name="documentManagement">
            <xsd:complexType>
              <xsd:all>
                <xsd:element ref="ns1:RoutingRuleDescription" minOccurs="0"/>
                <xsd:element ref="ns2:Document_x0020_Author" minOccurs="0"/>
                <xsd:element ref="ns3:_Status"/>
                <xsd:element ref="ns2:Document_x0020_Confidentiality"/>
                <xsd:element ref="ns2:_dlc_DocId" minOccurs="0"/>
                <xsd:element ref="ns2:_dlc_DocIdUrl" minOccurs="0"/>
                <xsd:element ref="ns2:_dlc_DocIdPersistId" minOccurs="0"/>
                <xsd:element ref="ns2:ARM_x0020_Legacy_x0020_ID" minOccurs="0"/>
                <xsd:element ref="ns2:Current_x0020_Version" minOccurs="0"/>
                <xsd:element ref="ns2:j60c3ced31bb40378c6254d49035d966" minOccurs="0"/>
                <xsd:element ref="ns2:TaxCatchAll" minOccurs="0"/>
                <xsd:element ref="ns2:TaxCatchAllLabel" minOccurs="0"/>
                <xsd:element ref="ns4: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RoutingRuleDescription" ma:index="2" nillable="true" ma:displayName="Description" ma:internalName="RoutingRuleDescription"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2ad5090-61a8-4b8c-ab70-68f4ff4d1933" elementFormDefault="qualified">
    <xsd:import namespace="http://schemas.microsoft.com/office/2006/documentManagement/types"/>
    <xsd:import namespace="http://schemas.microsoft.com/office/infopath/2007/PartnerControls"/>
    <xsd:element name="Document_x0020_Author" ma:index="3" nillable="true" ma:displayName="Document Author" ma:list="UserInfo" ma:SharePointGroup="0" ma:internalName="Document_x0020_Autho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ocument_x0020_Confidentiality" ma:index="5" ma:displayName="Document Confidentiality" ma:default="Confidential" ma:format="Dropdown" ma:internalName="Document_x0020_Confidentiality">
      <xsd:simpleType>
        <xsd:restriction base="dms:Choice">
          <xsd:enumeration value="Secret"/>
          <xsd:enumeration value="Confidential-Restricted"/>
          <xsd:enumeration value="Confidential"/>
          <xsd:enumeration value="Non-Confidential"/>
          <xsd:enumeration value="Personal"/>
        </xsd:restriction>
      </xsd:simpleType>
    </xsd:element>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ARM_x0020_Legacy_x0020_ID" ma:index="16" nillable="true" ma:displayName="ARM Legacy ID" ma:internalName="ARM_x0020_Legacy_x0020_ID">
      <xsd:simpleType>
        <xsd:restriction base="dms:Text">
          <xsd:maxLength value="255"/>
        </xsd:restriction>
      </xsd:simpleType>
    </xsd:element>
    <xsd:element name="Current_x0020_Version" ma:index="17" nillable="true" ma:displayName="Current Version" ma:description="The current version number of the file in SharePoint." ma:internalName="Current_x0020_Version" ma:readOnly="false">
      <xsd:simpleType>
        <xsd:restriction base="dms:Text">
          <xsd:maxLength value="255"/>
        </xsd:restriction>
      </xsd:simpleType>
    </xsd:element>
    <xsd:element name="j60c3ced31bb40378c6254d49035d966" ma:index="18" nillable="true" ma:taxonomy="true" ma:internalName="j60c3ced31bb40378c6254d49035d966" ma:taxonomyFieldName="Calendar_x0020_Year" ma:displayName="Calendar Year" ma:readOnly="false" ma:default="7;#2017|58467e81-5d99-44a5-abb5-12a016b65e9e" ma:fieldId="{360c3ced-31bb-4037-8c62-54d49035d966}" ma:sspId="982c6e79-63e2-4d63-9b21-99d1544b0b75" ma:termSetId="c604d99f-773e-49a6-a2c0-6d4bc7541120" ma:anchorId="00000000-0000-0000-0000-000000000000" ma:open="false" ma:isKeyword="false">
      <xsd:complexType>
        <xsd:sequence>
          <xsd:element ref="pc:Terms" minOccurs="0" maxOccurs="1"/>
        </xsd:sequence>
      </xsd:complexType>
    </xsd:element>
    <xsd:element name="TaxCatchAll" ma:index="19" nillable="true" ma:displayName="Taxonomy Catch All Column" ma:hidden="true" ma:list="{a9424fa9-fdb0-43c3-9a79-ae027323b92a}" ma:internalName="TaxCatchAll" ma:showField="CatchAllData" ma:web="f2ad5090-61a8-4b8c-ab70-68f4ff4d1933">
      <xsd:complexType>
        <xsd:complexContent>
          <xsd:extension base="dms:MultiChoiceLookup">
            <xsd:sequence>
              <xsd:element name="Value" type="dms:Lookup" maxOccurs="unbounded" minOccurs="0" nillable="true"/>
            </xsd:sequence>
          </xsd:extension>
        </xsd:complexContent>
      </xsd:complexType>
    </xsd:element>
    <xsd:element name="TaxCatchAllLabel" ma:index="20" nillable="true" ma:displayName="Taxonomy Catch All Column1" ma:hidden="true" ma:list="{a9424fa9-fdb0-43c3-9a79-ae027323b92a}" ma:internalName="TaxCatchAllLabel" ma:readOnly="true" ma:showField="CatchAllDataLabel" ma:web="f2ad5090-61a8-4b8c-ab70-68f4ff4d19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4" ma:displayName="Status" ma:default="Not Started" ma:internalName="_Status" ma:readOnly="false">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0950e01-db07-4e41-9c32-b7a8e9fccc9b" elementFormDefault="qualified">
    <xsd:import namespace="http://schemas.microsoft.com/office/2006/documentManagement/types"/>
    <xsd:import namespace="http://schemas.microsoft.com/office/infopath/2007/PartnerControls"/>
    <xsd:element name="Category" ma:index="22" nillable="true" ma:displayName="Category" ma:format="Dropdown" ma:internalName="Category">
      <xsd:simpleType>
        <xsd:restriction base="dms:Choice">
          <xsd:enumeration value="Word Documents - UK"/>
          <xsd:enumeration value="Word Documents - US"/>
          <xsd:enumeration value="Board Presentation Templates"/>
          <xsd:enumeration value="Public Presentation Templates"/>
          <xsd:enumeration value="Private Presentation Templates"/>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inOccurs="0" maxOccurs="1" type="xsd:string" ma:index="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axOccurs="1" ma:displayName="Status">
          <xsd:simpleType xmlns:xs="http://www.w3.org/2001/XMLSchema">
            <xsd:restriction base="xsd:string">
              <xsd:minLength value="1"/>
            </xsd:restriction>
          </xsd:simpleType>
        </xsd:element>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customXsn xmlns="http://schemas.microsoft.com/office/2006/metadata/customXsn">
  <xsnLocation/>
  <cached>True</cached>
  <openByDefault>True</openByDefault>
  <xsnScope/>
</customXsn>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B61D4E06-5D3F-4994-A4A7-4BA626FA722D}">
  <ds:schemaRefs>
    <ds:schemaRef ds:uri="c0950e01-db07-4e41-9c32-b7a8e9fccc9b"/>
    <ds:schemaRef ds:uri="http://purl.org/dc/elements/1.1/"/>
    <ds:schemaRef ds:uri="http://schemas.microsoft.com/office/2006/metadata/properties"/>
    <ds:schemaRef ds:uri="http://schemas.microsoft.com/office/2006/documentManagement/types"/>
    <ds:schemaRef ds:uri="f2ad5090-61a8-4b8c-ab70-68f4ff4d1933"/>
    <ds:schemaRef ds:uri="http://schemas.microsoft.com/sharepoint/v3"/>
    <ds:schemaRef ds:uri="http://purl.org/dc/terms/"/>
    <ds:schemaRef ds:uri="http://schemas.openxmlformats.org/package/2006/metadata/core-properties"/>
    <ds:schemaRef ds:uri="http://purl.org/dc/dcmitype/"/>
    <ds:schemaRef ds:uri="http://schemas.microsoft.com/office/infopath/2007/PartnerControls"/>
    <ds:schemaRef ds:uri="http://schemas.microsoft.com/sharepoint/v3/fields"/>
    <ds:schemaRef ds:uri="http://www.w3.org/XML/1998/namespace"/>
  </ds:schemaRefs>
</ds:datastoreItem>
</file>

<file path=customXml/itemProps2.xml><?xml version="1.0" encoding="utf-8"?>
<ds:datastoreItem xmlns:ds="http://schemas.openxmlformats.org/officeDocument/2006/customXml" ds:itemID="{5675509F-A6F5-4147-861D-E4CC99F48FA5}">
  <ds:schemaRefs>
    <ds:schemaRef ds:uri="c0950e01-db07-4e41-9c32-b7a8e9fccc9b"/>
    <ds:schemaRef ds:uri="f2ad5090-61a8-4b8c-ab70-68f4ff4d1933"/>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microsoft.com/sharepoint/v3/field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2EFBBFE-5AFC-4CAD-AD38-1CB870BDB255}">
  <ds:schemaRefs>
    <ds:schemaRef ds:uri="http://schemas.microsoft.com/sharepoint/v3/contenttype/forms"/>
  </ds:schemaRefs>
</ds:datastoreItem>
</file>

<file path=customXml/itemProps4.xml><?xml version="1.0" encoding="utf-8"?>
<ds:datastoreItem xmlns:ds="http://schemas.openxmlformats.org/officeDocument/2006/customXml" ds:itemID="{C959113B-7FA4-40AB-AF85-5C5588D4771C}">
  <ds:schemaRefs>
    <ds:schemaRef ds:uri="http://schemas.microsoft.com/office/2006/metadata/customXsn"/>
  </ds:schemaRefs>
</ds:datastoreItem>
</file>

<file path=customXml/itemProps5.xml><?xml version="1.0" encoding="utf-8"?>
<ds:datastoreItem xmlns:ds="http://schemas.openxmlformats.org/officeDocument/2006/customXml" ds:itemID="{1E7F2E56-8924-419D-99E9-79DB71144EB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Arm_2021</Template>
  <TotalTime>36280</TotalTime>
  <Words>323</Words>
  <Application>Microsoft Office PowerPoint</Application>
  <PresentationFormat>Widescreen</PresentationFormat>
  <Paragraphs>65</Paragraphs>
  <Slides>3</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vt:i4>
      </vt:variant>
    </vt:vector>
  </HeadingPairs>
  <TitlesOfParts>
    <vt:vector size="11" baseType="lpstr">
      <vt:lpstr>ＭＳ Ｐゴシック</vt:lpstr>
      <vt:lpstr>Aeonik</vt:lpstr>
      <vt:lpstr>Aeonik Fono</vt:lpstr>
      <vt:lpstr>Arial</vt:lpstr>
      <vt:lpstr>Calibri</vt:lpstr>
      <vt:lpstr>Lato</vt:lpstr>
      <vt:lpstr>Wingdings</vt:lpstr>
      <vt:lpstr>Arm_PPT_Public</vt:lpstr>
      <vt:lpstr>PowerPoint Presentation</vt:lpstr>
      <vt:lpstr>PowerPoint Presentation</vt:lpstr>
      <vt:lpstr>Ethos-U Optimized Software Flow for Tensorflow/PyTorch</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Audio Buffer Handling</dc:title>
  <dc:subject/>
  <dc:creator>Reinhard Keil</dc:creator>
  <cp:keywords/>
  <dc:description/>
  <cp:lastModifiedBy>Reinhard Keil</cp:lastModifiedBy>
  <cp:revision>71</cp:revision>
  <dcterms:created xsi:type="dcterms:W3CDTF">2021-06-28T15:12:17Z</dcterms:created>
  <dcterms:modified xsi:type="dcterms:W3CDTF">2026-02-16T20:42:49Z</dcterms:modified>
  <cp:category/>
  <cp:contentStatus>Published</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45c40ffca3445d9bf3205a60bd2f6d6">
    <vt:lpwstr>Confidential|28d1025d-1415-4984-b35e-5b79e7d32b5c</vt:lpwstr>
  </property>
  <property fmtid="{D5CDD505-2E9C-101B-9397-08002B2CF9AE}" pid="3" name="TaxKeyword">
    <vt:lpwstr/>
  </property>
  <property fmtid="{D5CDD505-2E9C-101B-9397-08002B2CF9AE}" pid="4" name="_dlc_policyId">
    <vt:lpwstr>0x0101004E4B3E189D714F49A85ED613D6AE4F95|-1756139441</vt:lpwstr>
  </property>
  <property fmtid="{D5CDD505-2E9C-101B-9397-08002B2CF9AE}" pid="5" name="_dlc_DocIdItemGuid">
    <vt:lpwstr>e89a121e-355c-4cb1-879e-045fefeb8c84</vt:lpwstr>
  </property>
  <property fmtid="{D5CDD505-2E9C-101B-9397-08002B2CF9AE}" pid="6" name="_dlc_ItemStageId">
    <vt:lpwstr>1</vt:lpwstr>
  </property>
  <property fmtid="{D5CDD505-2E9C-101B-9397-08002B2CF9AE}" pid="7" name="j60c3ced31bb40378c6254d49035d966">
    <vt:lpwstr>2015|ee47c3e7-6a69-4f36-9adf-1007c8d399a4</vt:lpwstr>
  </property>
  <property fmtid="{D5CDD505-2E9C-101B-9397-08002B2CF9AE}" pid="8" name="vti_description">
    <vt:lpwstr/>
  </property>
  <property fmtid="{D5CDD505-2E9C-101B-9397-08002B2CF9AE}" pid="9" name="WorkflowChangePath">
    <vt:lpwstr>1069b4ef-e6f3-4ad7-8c8e-772136578697,10;</vt:lpwstr>
  </property>
  <property fmtid="{D5CDD505-2E9C-101B-9397-08002B2CF9AE}" pid="10" name="Confidentiality">
    <vt:lpwstr>1;#Confidential|28d1025d-1415-4984-b35e-5b79e7d32b5c</vt:lpwstr>
  </property>
  <property fmtid="{D5CDD505-2E9C-101B-9397-08002B2CF9AE}" pid="11" name="ContentTypeId">
    <vt:lpwstr>0x0101005C6975769EB1684CAB07571CAE07A11B0100BC81FA0C64ACC243A77959D9266C7751</vt:lpwstr>
  </property>
  <property fmtid="{D5CDD505-2E9C-101B-9397-08002B2CF9AE}" pid="12" name="Calendar Year">
    <vt:lpwstr>7;#2017|58467e81-5d99-44a5-abb5-12a016b65e9e</vt:lpwstr>
  </property>
  <property fmtid="{D5CDD505-2E9C-101B-9397-08002B2CF9AE}" pid="13" name="TaxCatchAll">
    <vt:lpwstr/>
  </property>
  <property fmtid="{D5CDD505-2E9C-101B-9397-08002B2CF9AE}" pid="14" name="TaxKeywordTaxHTField">
    <vt:lpwstr/>
  </property>
  <property fmtid="{D5CDD505-2E9C-101B-9397-08002B2CF9AE}" pid="15" name="ItemRetentionFormula">
    <vt:lpwstr/>
  </property>
  <property fmtid="{D5CDD505-2E9C-101B-9397-08002B2CF9AE}" pid="16" name="_dlc_LastRun">
    <vt:lpwstr>08/15/2015 23:02:11</vt:lpwstr>
  </property>
</Properties>
</file>